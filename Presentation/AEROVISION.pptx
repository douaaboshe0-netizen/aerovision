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56" r:id="rId3"/>
    <p:sldId id="257" r:id="rId4"/>
    <p:sldId id="258" r:id="rId5"/>
    <p:sldId id="259" r:id="rId6"/>
    <p:sldId id="260" r:id="rId7"/>
    <p:sldId id="261" r:id="rId8"/>
    <p:sldId id="27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89" d="100"/>
          <a:sy n="89" d="100"/>
        </p:scale>
        <p:origin x="6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armoushftoom@gmail.com" userId="149986f213d72849" providerId="LiveId" clId="{20249070-CEFE-4204-9A14-92352558969B}"/>
    <pc:docChg chg="undo redo custSel addSld delSld modSld modMainMaster">
      <pc:chgData name="fatimaarmoushftoom@gmail.com" userId="149986f213d72849" providerId="LiveId" clId="{20249070-CEFE-4204-9A14-92352558969B}" dt="2026-10-14T16:56:41.494" v="492" actId="20577"/>
      <pc:docMkLst>
        <pc:docMk/>
      </pc:docMkLst>
      <pc:sldChg chg="addSp delSp modSp mod">
        <pc:chgData name="fatimaarmoushftoom@gmail.com" userId="149986f213d72849" providerId="LiveId" clId="{20249070-CEFE-4204-9A14-92352558969B}" dt="2026-10-14T15:05:32.279" v="182" actId="20577"/>
        <pc:sldMkLst>
          <pc:docMk/>
          <pc:sldMk cId="596643764" sldId="257"/>
        </pc:sldMkLst>
        <pc:spChg chg="del mod">
          <ac:chgData name="fatimaarmoushftoom@gmail.com" userId="149986f213d72849" providerId="LiveId" clId="{20249070-CEFE-4204-9A14-92352558969B}" dt="2026-10-14T15:04:59.205" v="177" actId="478"/>
          <ac:spMkLst>
            <pc:docMk/>
            <pc:sldMk cId="596643764" sldId="257"/>
            <ac:spMk id="2" creationId="{ED0B96A9-B02A-CF78-2974-4BF7D3454975}"/>
          </ac:spMkLst>
        </pc:spChg>
        <pc:spChg chg="add del mod">
          <ac:chgData name="fatimaarmoushftoom@gmail.com" userId="149986f213d72849" providerId="LiveId" clId="{20249070-CEFE-4204-9A14-92352558969B}" dt="2026-10-14T15:05:24.134" v="180" actId="478"/>
          <ac:spMkLst>
            <pc:docMk/>
            <pc:sldMk cId="596643764" sldId="257"/>
            <ac:spMk id="4" creationId="{C0679679-71BB-14A0-5B47-1AD961D75B0B}"/>
          </ac:spMkLst>
        </pc:spChg>
        <pc:spChg chg="mod">
          <ac:chgData name="fatimaarmoushftoom@gmail.com" userId="149986f213d72849" providerId="LiveId" clId="{20249070-CEFE-4204-9A14-92352558969B}" dt="2026-10-14T15:05:32.279" v="182" actId="20577"/>
          <ac:spMkLst>
            <pc:docMk/>
            <pc:sldMk cId="596643764" sldId="257"/>
            <ac:spMk id="15" creationId="{8EA2A0F7-BA75-B8AD-8AED-BA01829A8BF4}"/>
          </ac:spMkLst>
        </pc:spChg>
      </pc:sldChg>
      <pc:sldChg chg="addSp delSp modSp mod">
        <pc:chgData name="fatimaarmoushftoom@gmail.com" userId="149986f213d72849" providerId="LiveId" clId="{20249070-CEFE-4204-9A14-92352558969B}" dt="2026-10-14T15:31:49.713" v="328" actId="14100"/>
        <pc:sldMkLst>
          <pc:docMk/>
          <pc:sldMk cId="3166039436" sldId="258"/>
        </pc:sldMkLst>
        <pc:spChg chg="mod">
          <ac:chgData name="fatimaarmoushftoom@gmail.com" userId="149986f213d72849" providerId="LiveId" clId="{20249070-CEFE-4204-9A14-92352558969B}" dt="2026-10-14T15:08:47.978" v="201" actId="20577"/>
          <ac:spMkLst>
            <pc:docMk/>
            <pc:sldMk cId="3166039436" sldId="258"/>
            <ac:spMk id="3" creationId="{DFDCA0DA-84D7-CCBF-CB7E-2A753229BA2D}"/>
          </ac:spMkLst>
        </pc:spChg>
        <pc:picChg chg="add del mod">
          <ac:chgData name="fatimaarmoushftoom@gmail.com" userId="149986f213d72849" providerId="LiveId" clId="{20249070-CEFE-4204-9A14-92352558969B}" dt="2026-10-14T15:26:49.293" v="285" actId="478"/>
          <ac:picMkLst>
            <pc:docMk/>
            <pc:sldMk cId="3166039436" sldId="258"/>
            <ac:picMk id="5" creationId="{10A4386B-F1E3-0C05-B83B-574E7103037F}"/>
          </ac:picMkLst>
        </pc:picChg>
        <pc:picChg chg="add mod">
          <ac:chgData name="fatimaarmoushftoom@gmail.com" userId="149986f213d72849" providerId="LiveId" clId="{20249070-CEFE-4204-9A14-92352558969B}" dt="2026-10-14T15:31:40.878" v="326" actId="1076"/>
          <ac:picMkLst>
            <pc:docMk/>
            <pc:sldMk cId="3166039436" sldId="258"/>
            <ac:picMk id="7" creationId="{0AF19D64-5C99-4773-A223-E97E7C2B265B}"/>
          </ac:picMkLst>
        </pc:picChg>
        <pc:picChg chg="add mod">
          <ac:chgData name="fatimaarmoushftoom@gmail.com" userId="149986f213d72849" providerId="LiveId" clId="{20249070-CEFE-4204-9A14-92352558969B}" dt="2026-10-14T15:31:49.713" v="328" actId="14100"/>
          <ac:picMkLst>
            <pc:docMk/>
            <pc:sldMk cId="3166039436" sldId="258"/>
            <ac:picMk id="9" creationId="{CE29F4C5-045B-59E2-F426-BBD31F4C235C}"/>
          </ac:picMkLst>
        </pc:picChg>
        <pc:picChg chg="add del mod">
          <ac:chgData name="fatimaarmoushftoom@gmail.com" userId="149986f213d72849" providerId="LiveId" clId="{20249070-CEFE-4204-9A14-92352558969B}" dt="2026-10-14T15:31:27.886" v="321" actId="21"/>
          <ac:picMkLst>
            <pc:docMk/>
            <pc:sldMk cId="3166039436" sldId="258"/>
            <ac:picMk id="11" creationId="{A5A43075-72F7-BE7E-61F4-36FE6FE7F121}"/>
          </ac:picMkLst>
        </pc:picChg>
        <pc:picChg chg="add mod">
          <ac:chgData name="fatimaarmoushftoom@gmail.com" userId="149986f213d72849" providerId="LiveId" clId="{20249070-CEFE-4204-9A14-92352558969B}" dt="2026-10-14T15:31:42.848" v="327" actId="1076"/>
          <ac:picMkLst>
            <pc:docMk/>
            <pc:sldMk cId="3166039436" sldId="258"/>
            <ac:picMk id="13" creationId="{163D7D11-13A2-57F5-325E-7AEBD48E1780}"/>
          </ac:picMkLst>
        </pc:picChg>
      </pc:sldChg>
      <pc:sldChg chg="addSp delSp modSp mod">
        <pc:chgData name="fatimaarmoushftoom@gmail.com" userId="149986f213d72849" providerId="LiveId" clId="{20249070-CEFE-4204-9A14-92352558969B}" dt="2026-10-14T16:45:32.801" v="359" actId="478"/>
        <pc:sldMkLst>
          <pc:docMk/>
          <pc:sldMk cId="1966194936" sldId="259"/>
        </pc:sldMkLst>
        <pc:spChg chg="mod">
          <ac:chgData name="fatimaarmoushftoom@gmail.com" userId="149986f213d72849" providerId="LiveId" clId="{20249070-CEFE-4204-9A14-92352558969B}" dt="2026-10-14T14:48:39.066" v="84" actId="20577"/>
          <ac:spMkLst>
            <pc:docMk/>
            <pc:sldMk cId="1966194936" sldId="259"/>
            <ac:spMk id="3" creationId="{07DDAEE7-353C-BC10-A402-C5F4A7C738E3}"/>
          </ac:spMkLst>
        </pc:spChg>
        <pc:picChg chg="add mod">
          <ac:chgData name="fatimaarmoushftoom@gmail.com" userId="149986f213d72849" providerId="LiveId" clId="{20249070-CEFE-4204-9A14-92352558969B}" dt="2026-10-14T15:32:04.016" v="331" actId="1076"/>
          <ac:picMkLst>
            <pc:docMk/>
            <pc:sldMk cId="1966194936" sldId="259"/>
            <ac:picMk id="5" creationId="{7A121A3C-70FA-1742-6C7F-B114E6EA8A46}"/>
          </ac:picMkLst>
        </pc:picChg>
        <pc:picChg chg="add del mod">
          <ac:chgData name="fatimaarmoushftoom@gmail.com" userId="149986f213d72849" providerId="LiveId" clId="{20249070-CEFE-4204-9A14-92352558969B}" dt="2026-10-14T16:45:32.801" v="359" actId="478"/>
          <ac:picMkLst>
            <pc:docMk/>
            <pc:sldMk cId="1966194936" sldId="259"/>
            <ac:picMk id="6" creationId="{E07A8205-3C47-D956-6643-EE8D3B0145F6}"/>
          </ac:picMkLst>
        </pc:picChg>
        <pc:picChg chg="add mod">
          <ac:chgData name="fatimaarmoushftoom@gmail.com" userId="149986f213d72849" providerId="LiveId" clId="{20249070-CEFE-4204-9A14-92352558969B}" dt="2026-10-14T15:32:07.105" v="332" actId="1076"/>
          <ac:picMkLst>
            <pc:docMk/>
            <pc:sldMk cId="1966194936" sldId="259"/>
            <ac:picMk id="7" creationId="{BCCBA5BA-743F-4F73-BEB8-348200F32262}"/>
          </ac:picMkLst>
        </pc:picChg>
      </pc:sldChg>
      <pc:sldChg chg="addSp modSp mod">
        <pc:chgData name="fatimaarmoushftoom@gmail.com" userId="149986f213d72849" providerId="LiveId" clId="{20249070-CEFE-4204-9A14-92352558969B}" dt="2026-10-14T15:32:52.207" v="337" actId="1076"/>
        <pc:sldMkLst>
          <pc:docMk/>
          <pc:sldMk cId="1353651138" sldId="260"/>
        </pc:sldMkLst>
        <pc:spChg chg="mod">
          <ac:chgData name="fatimaarmoushftoom@gmail.com" userId="149986f213d72849" providerId="LiveId" clId="{20249070-CEFE-4204-9A14-92352558969B}" dt="2026-10-14T14:53:51.799" v="102" actId="255"/>
          <ac:spMkLst>
            <pc:docMk/>
            <pc:sldMk cId="1353651138" sldId="260"/>
            <ac:spMk id="2" creationId="{CBB9F5E5-9900-10ED-42AC-F7C88CCB3E68}"/>
          </ac:spMkLst>
        </pc:spChg>
        <pc:spChg chg="mod">
          <ac:chgData name="fatimaarmoushftoom@gmail.com" userId="149986f213d72849" providerId="LiveId" clId="{20249070-CEFE-4204-9A14-92352558969B}" dt="2026-10-14T14:55:46.420" v="122" actId="20577"/>
          <ac:spMkLst>
            <pc:docMk/>
            <pc:sldMk cId="1353651138" sldId="260"/>
            <ac:spMk id="3" creationId="{53C9E5F0-B0DE-D272-FDC3-A12DEAD521C0}"/>
          </ac:spMkLst>
        </pc:spChg>
        <pc:picChg chg="add mod">
          <ac:chgData name="fatimaarmoushftoom@gmail.com" userId="149986f213d72849" providerId="LiveId" clId="{20249070-CEFE-4204-9A14-92352558969B}" dt="2026-10-14T15:32:52.207" v="337" actId="1076"/>
          <ac:picMkLst>
            <pc:docMk/>
            <pc:sldMk cId="1353651138" sldId="260"/>
            <ac:picMk id="5" creationId="{665F8E43-A095-1E0C-1A69-26E98894650D}"/>
          </ac:picMkLst>
        </pc:picChg>
      </pc:sldChg>
      <pc:sldChg chg="addSp delSp modSp mod">
        <pc:chgData name="fatimaarmoushftoom@gmail.com" userId="149986f213d72849" providerId="LiveId" clId="{20249070-CEFE-4204-9A14-92352558969B}" dt="2026-10-14T16:46:46.413" v="362" actId="14100"/>
        <pc:sldMkLst>
          <pc:docMk/>
          <pc:sldMk cId="2218701472" sldId="261"/>
        </pc:sldMkLst>
        <pc:spChg chg="del">
          <ac:chgData name="fatimaarmoushftoom@gmail.com" userId="149986f213d72849" providerId="LiveId" clId="{20249070-CEFE-4204-9A14-92352558969B}" dt="2026-10-14T15:00:49.733" v="128" actId="478"/>
          <ac:spMkLst>
            <pc:docMk/>
            <pc:sldMk cId="2218701472" sldId="261"/>
            <ac:spMk id="2" creationId="{D19A565F-5289-9DF9-B8A3-41F5AC7E2712}"/>
          </ac:spMkLst>
        </pc:spChg>
        <pc:spChg chg="mod">
          <ac:chgData name="fatimaarmoushftoom@gmail.com" userId="149986f213d72849" providerId="LiveId" clId="{20249070-CEFE-4204-9A14-92352558969B}" dt="2026-10-14T16:46:46.413" v="362" actId="14100"/>
          <ac:spMkLst>
            <pc:docMk/>
            <pc:sldMk cId="2218701472" sldId="261"/>
            <ac:spMk id="3" creationId="{8D9FE5D4-4BDA-CE31-DA43-DC5C73150D06}"/>
          </ac:spMkLst>
        </pc:spChg>
        <pc:grpChg chg="add del mod">
          <ac:chgData name="fatimaarmoushftoom@gmail.com" userId="149986f213d72849" providerId="LiveId" clId="{20249070-CEFE-4204-9A14-92352558969B}" dt="2026-10-14T15:12:32.173" v="211" actId="165"/>
          <ac:grpSpMkLst>
            <pc:docMk/>
            <pc:sldMk cId="2218701472" sldId="261"/>
            <ac:grpSpMk id="10" creationId="{81D6E290-AEAF-7DEA-8A2D-5A19FA5189AA}"/>
          </ac:grpSpMkLst>
        </pc:grpChg>
        <pc:picChg chg="add del mod topLvl">
          <ac:chgData name="fatimaarmoushftoom@gmail.com" userId="149986f213d72849" providerId="LiveId" clId="{20249070-CEFE-4204-9A14-92352558969B}" dt="2026-10-14T15:12:54.848" v="213" actId="478"/>
          <ac:picMkLst>
            <pc:docMk/>
            <pc:sldMk cId="2218701472" sldId="261"/>
            <ac:picMk id="5" creationId="{76EB5499-DA2E-4255-1E56-3BDF607272EB}"/>
          </ac:picMkLst>
        </pc:picChg>
        <pc:picChg chg="add del mod topLvl">
          <ac:chgData name="fatimaarmoushftoom@gmail.com" userId="149986f213d72849" providerId="LiveId" clId="{20249070-CEFE-4204-9A14-92352558969B}" dt="2026-10-14T15:12:54.848" v="213" actId="478"/>
          <ac:picMkLst>
            <pc:docMk/>
            <pc:sldMk cId="2218701472" sldId="261"/>
            <ac:picMk id="7" creationId="{A7A1B608-9A0D-A31A-45B4-E423263AC537}"/>
          </ac:picMkLst>
        </pc:picChg>
        <pc:picChg chg="add del mod topLvl">
          <ac:chgData name="fatimaarmoushftoom@gmail.com" userId="149986f213d72849" providerId="LiveId" clId="{20249070-CEFE-4204-9A14-92352558969B}" dt="2026-10-14T15:12:54.848" v="213" actId="478"/>
          <ac:picMkLst>
            <pc:docMk/>
            <pc:sldMk cId="2218701472" sldId="261"/>
            <ac:picMk id="9" creationId="{638B01E8-1147-C109-E441-4163796BDF3D}"/>
          </ac:picMkLst>
        </pc:picChg>
        <pc:picChg chg="add del mod modCrop">
          <ac:chgData name="fatimaarmoushftoom@gmail.com" userId="149986f213d72849" providerId="LiveId" clId="{20249070-CEFE-4204-9A14-92352558969B}" dt="2026-10-14T15:33:14.625" v="338" actId="478"/>
          <ac:picMkLst>
            <pc:docMk/>
            <pc:sldMk cId="2218701472" sldId="261"/>
            <ac:picMk id="12" creationId="{38B9DF25-C029-CBA4-0BD0-205E4F4E3F64}"/>
          </ac:picMkLst>
        </pc:picChg>
        <pc:picChg chg="add del mod">
          <ac:chgData name="fatimaarmoushftoom@gmail.com" userId="149986f213d72849" providerId="LiveId" clId="{20249070-CEFE-4204-9A14-92352558969B}" dt="2026-10-14T15:32:39.288" v="333" actId="21"/>
          <ac:picMkLst>
            <pc:docMk/>
            <pc:sldMk cId="2218701472" sldId="261"/>
            <ac:picMk id="14" creationId="{026F3F90-FF19-E3CA-51F9-96BC2FBC24E4}"/>
          </ac:picMkLst>
        </pc:picChg>
        <pc:picChg chg="add del mod modCrop">
          <ac:chgData name="fatimaarmoushftoom@gmail.com" userId="149986f213d72849" providerId="LiveId" clId="{20249070-CEFE-4204-9A14-92352558969B}" dt="2026-10-14T15:33:14.625" v="338" actId="478"/>
          <ac:picMkLst>
            <pc:docMk/>
            <pc:sldMk cId="2218701472" sldId="261"/>
            <ac:picMk id="16" creationId="{C35B766A-9783-D7C7-9F60-2AA21C1A95D2}"/>
          </ac:picMkLst>
        </pc:picChg>
        <pc:picChg chg="add del mod modCrop">
          <ac:chgData name="fatimaarmoushftoom@gmail.com" userId="149986f213d72849" providerId="LiveId" clId="{20249070-CEFE-4204-9A14-92352558969B}" dt="2026-10-14T15:27:39.094" v="292" actId="478"/>
          <ac:picMkLst>
            <pc:docMk/>
            <pc:sldMk cId="2218701472" sldId="261"/>
            <ac:picMk id="18" creationId="{2B1D82A5-9C6A-D48E-0C0E-6B5E5040D008}"/>
          </ac:picMkLst>
        </pc:picChg>
        <pc:picChg chg="add del mod modCrop">
          <ac:chgData name="fatimaarmoushftoom@gmail.com" userId="149986f213d72849" providerId="LiveId" clId="{20249070-CEFE-4204-9A14-92352558969B}" dt="2026-10-14T15:33:14.625" v="338" actId="478"/>
          <ac:picMkLst>
            <pc:docMk/>
            <pc:sldMk cId="2218701472" sldId="261"/>
            <ac:picMk id="20" creationId="{34023554-AB4E-4B87-8A16-4F06DBB3E97C}"/>
          </ac:picMkLst>
        </pc:picChg>
        <pc:picChg chg="add del mod modCrop">
          <ac:chgData name="fatimaarmoushftoom@gmail.com" userId="149986f213d72849" providerId="LiveId" clId="{20249070-CEFE-4204-9A14-92352558969B}" dt="2026-10-14T15:33:14.625" v="338" actId="478"/>
          <ac:picMkLst>
            <pc:docMk/>
            <pc:sldMk cId="2218701472" sldId="261"/>
            <ac:picMk id="22" creationId="{4172D162-29FF-4002-79B4-BBE15134E51C}"/>
          </ac:picMkLst>
        </pc:picChg>
        <pc:picChg chg="add del mod modCrop">
          <ac:chgData name="fatimaarmoushftoom@gmail.com" userId="149986f213d72849" providerId="LiveId" clId="{20249070-CEFE-4204-9A14-92352558969B}" dt="2026-10-14T15:33:14.625" v="338" actId="478"/>
          <ac:picMkLst>
            <pc:docMk/>
            <pc:sldMk cId="2218701472" sldId="261"/>
            <ac:picMk id="24" creationId="{F6FCA216-B401-601C-B071-960F3922F488}"/>
          </ac:picMkLst>
        </pc:picChg>
      </pc:sldChg>
      <pc:sldChg chg="del">
        <pc:chgData name="fatimaarmoushftoom@gmail.com" userId="149986f213d72849" providerId="LiveId" clId="{20249070-CEFE-4204-9A14-92352558969B}" dt="2026-10-14T15:04:18.197" v="174" actId="47"/>
        <pc:sldMkLst>
          <pc:docMk/>
          <pc:sldMk cId="2125596774" sldId="262"/>
        </pc:sldMkLst>
      </pc:sldChg>
      <pc:sldChg chg="del">
        <pc:chgData name="fatimaarmoushftoom@gmail.com" userId="149986f213d72849" providerId="LiveId" clId="{20249070-CEFE-4204-9A14-92352558969B}" dt="2026-10-14T15:04:28.780" v="175" actId="47"/>
        <pc:sldMkLst>
          <pc:docMk/>
          <pc:sldMk cId="228030350" sldId="263"/>
        </pc:sldMkLst>
      </pc:sldChg>
      <pc:sldChg chg="del">
        <pc:chgData name="fatimaarmoushftoom@gmail.com" userId="149986f213d72849" providerId="LiveId" clId="{20249070-CEFE-4204-9A14-92352558969B}" dt="2026-10-14T15:04:28.780" v="175" actId="47"/>
        <pc:sldMkLst>
          <pc:docMk/>
          <pc:sldMk cId="788957644" sldId="264"/>
        </pc:sldMkLst>
      </pc:sldChg>
      <pc:sldChg chg="del">
        <pc:chgData name="fatimaarmoushftoom@gmail.com" userId="149986f213d72849" providerId="LiveId" clId="{20249070-CEFE-4204-9A14-92352558969B}" dt="2026-10-14T15:04:28.780" v="175" actId="47"/>
        <pc:sldMkLst>
          <pc:docMk/>
          <pc:sldMk cId="705067882" sldId="265"/>
        </pc:sldMkLst>
      </pc:sldChg>
      <pc:sldChg chg="del">
        <pc:chgData name="fatimaarmoushftoom@gmail.com" userId="149986f213d72849" providerId="LiveId" clId="{20249070-CEFE-4204-9A14-92352558969B}" dt="2026-10-14T15:04:28.780" v="175" actId="47"/>
        <pc:sldMkLst>
          <pc:docMk/>
          <pc:sldMk cId="3406442203" sldId="266"/>
        </pc:sldMkLst>
      </pc:sldChg>
      <pc:sldChg chg="del">
        <pc:chgData name="fatimaarmoushftoom@gmail.com" userId="149986f213d72849" providerId="LiveId" clId="{20249070-CEFE-4204-9A14-92352558969B}" dt="2026-10-14T15:04:28.780" v="175" actId="47"/>
        <pc:sldMkLst>
          <pc:docMk/>
          <pc:sldMk cId="3677084121" sldId="267"/>
        </pc:sldMkLst>
      </pc:sldChg>
      <pc:sldChg chg="del">
        <pc:chgData name="fatimaarmoushftoom@gmail.com" userId="149986f213d72849" providerId="LiveId" clId="{20249070-CEFE-4204-9A14-92352558969B}" dt="2026-10-14T15:04:28.780" v="175" actId="47"/>
        <pc:sldMkLst>
          <pc:docMk/>
          <pc:sldMk cId="935292821" sldId="268"/>
        </pc:sldMkLst>
      </pc:sldChg>
      <pc:sldChg chg="addSp modSp mod">
        <pc:chgData name="fatimaarmoushftoom@gmail.com" userId="149986f213d72849" providerId="LiveId" clId="{20249070-CEFE-4204-9A14-92352558969B}" dt="2026-10-14T15:25:29.655" v="282" actId="1076"/>
        <pc:sldMkLst>
          <pc:docMk/>
          <pc:sldMk cId="1096468621" sldId="269"/>
        </pc:sldMkLst>
        <pc:spChg chg="mod">
          <ac:chgData name="fatimaarmoushftoom@gmail.com" userId="149986f213d72849" providerId="LiveId" clId="{20249070-CEFE-4204-9A14-92352558969B}" dt="2026-10-14T15:06:54.533" v="200" actId="20577"/>
          <ac:spMkLst>
            <pc:docMk/>
            <pc:sldMk cId="1096468621" sldId="269"/>
            <ac:spMk id="3" creationId="{A7A083FE-C7AC-9D78-033A-BB4444170377}"/>
          </ac:spMkLst>
        </pc:spChg>
        <pc:picChg chg="add mod">
          <ac:chgData name="fatimaarmoushftoom@gmail.com" userId="149986f213d72849" providerId="LiveId" clId="{20249070-CEFE-4204-9A14-92352558969B}" dt="2026-10-14T15:25:29.655" v="282" actId="1076"/>
          <ac:picMkLst>
            <pc:docMk/>
            <pc:sldMk cId="1096468621" sldId="269"/>
            <ac:picMk id="5" creationId="{63E5B0A3-C493-3CF9-4498-CD87CF4299D5}"/>
          </ac:picMkLst>
        </pc:picChg>
      </pc:sldChg>
      <pc:sldChg chg="delSp modSp new mod">
        <pc:chgData name="fatimaarmoushftoom@gmail.com" userId="149986f213d72849" providerId="LiveId" clId="{20249070-CEFE-4204-9A14-92352558969B}" dt="2026-10-14T16:56:41.494" v="492" actId="20577"/>
        <pc:sldMkLst>
          <pc:docMk/>
          <pc:sldMk cId="2490731581" sldId="270"/>
        </pc:sldMkLst>
        <pc:spChg chg="del">
          <ac:chgData name="fatimaarmoushftoom@gmail.com" userId="149986f213d72849" providerId="LiveId" clId="{20249070-CEFE-4204-9A14-92352558969B}" dt="2026-10-14T16:49:11.585" v="368" actId="478"/>
          <ac:spMkLst>
            <pc:docMk/>
            <pc:sldMk cId="2490731581" sldId="270"/>
            <ac:spMk id="2" creationId="{4506FAE8-ACFE-EFF9-8D7E-7082D1698563}"/>
          </ac:spMkLst>
        </pc:spChg>
        <pc:spChg chg="mod">
          <ac:chgData name="fatimaarmoushftoom@gmail.com" userId="149986f213d72849" providerId="LiveId" clId="{20249070-CEFE-4204-9A14-92352558969B}" dt="2026-10-14T16:56:41.494" v="492" actId="20577"/>
          <ac:spMkLst>
            <pc:docMk/>
            <pc:sldMk cId="2490731581" sldId="270"/>
            <ac:spMk id="3" creationId="{EF67A3CE-2763-2E0C-2F53-2034050A1A08}"/>
          </ac:spMkLst>
        </pc:spChg>
      </pc:sldChg>
      <pc:sldMasterChg chg="addSp modSp mod modSldLayout">
        <pc:chgData name="fatimaarmoushftoom@gmail.com" userId="149986f213d72849" providerId="LiveId" clId="{20249070-CEFE-4204-9A14-92352558969B}" dt="2026-10-14T16:48:19.937" v="366" actId="1076"/>
        <pc:sldMasterMkLst>
          <pc:docMk/>
          <pc:sldMasterMk cId="2407486734" sldId="2147483648"/>
        </pc:sldMasterMkLst>
        <pc:picChg chg="add mod">
          <ac:chgData name="fatimaarmoushftoom@gmail.com" userId="149986f213d72849" providerId="LiveId" clId="{20249070-CEFE-4204-9A14-92352558969B}" dt="2026-10-14T16:48:19.937" v="366" actId="1076"/>
          <ac:picMkLst>
            <pc:docMk/>
            <pc:sldMasterMk cId="2407486734" sldId="2147483648"/>
            <ac:picMk id="8" creationId="{E20EF9FE-9AC2-09F5-9DB2-FB95CE11EF75}"/>
          </ac:picMkLst>
        </pc:picChg>
        <pc:sldLayoutChg chg="addSp delSp modSp mod">
          <pc:chgData name="fatimaarmoushftoom@gmail.com" userId="149986f213d72849" providerId="LiveId" clId="{20249070-CEFE-4204-9A14-92352558969B}" dt="2026-10-14T16:48:14.818" v="364" actId="21"/>
          <pc:sldLayoutMkLst>
            <pc:docMk/>
            <pc:sldMasterMk cId="2407486734" sldId="2147483648"/>
            <pc:sldLayoutMk cId="2460436206" sldId="2147483650"/>
          </pc:sldLayoutMkLst>
          <pc:picChg chg="add del mod">
            <ac:chgData name="fatimaarmoushftoom@gmail.com" userId="149986f213d72849" providerId="LiveId" clId="{20249070-CEFE-4204-9A14-92352558969B}" dt="2026-10-14T16:48:14.818" v="364" actId="21"/>
            <ac:picMkLst>
              <pc:docMk/>
              <pc:sldMasterMk cId="2407486734" sldId="2147483648"/>
              <pc:sldLayoutMk cId="2460436206" sldId="2147483650"/>
              <ac:picMk id="8" creationId="{2AB9D862-A377-C2DC-B5DC-EA54C34E1925}"/>
            </ac:picMkLst>
          </pc:pic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A44A4-68F4-F6A7-C30D-44203C5A09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EDBA7A-D9C9-2201-F262-351985B9B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1EB92-0547-26DA-F6AD-AAEAFDB0E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80104-EDBF-4EA6-9F37-AF02F6C5CA0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D8A5D-0099-D45F-CE54-EFE30608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6A0EB-1743-6762-D342-5496EB45F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74C1-B4E8-49AD-A780-176FB8588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955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601D5-C404-1C27-2602-FCE4B43A7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22F70-8FA4-212A-A456-5E9A4190B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20FF4-3477-D217-F0B3-0C535673B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80104-EDBF-4EA6-9F37-AF02F6C5CA0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1DB97-FA8C-88C3-3C60-3BC6B8233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B29DC-ED89-C369-3592-272D9EA13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74C1-B4E8-49AD-A780-176FB8588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436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51534-79FF-44B2-4995-3E342DCE8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757FF-DE22-E0A9-63B8-E254CB797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DC220-FEAB-C644-6961-153F06F73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80104-EDBF-4EA6-9F37-AF02F6C5CA0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2B863-5DF4-F9EF-E2E7-94D485C1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13F20-4FD8-A4A4-0910-A1F812611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74C1-B4E8-49AD-A780-176FB8588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79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036B6-C91B-6456-3CAD-B3EC2DBCA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50FCB-24FA-B53E-81D9-65D69F82D5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2018AA-CE05-2EDA-A63F-4CD9588C54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CE9584-5110-89E0-E10D-065B3A76C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80104-EDBF-4EA6-9F37-AF02F6C5CA0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9183B1-5E52-2A6D-17E7-B85319C6C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A18F7-29CB-5EA2-84B5-7BA1B152D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74C1-B4E8-49AD-A780-176FB8588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804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88281-2E27-F7ED-E4FE-AEB4E0621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41F3D-9D40-BAE3-729C-514A378CF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264071-E9FF-43BC-91B4-F33EC37A8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0717BD-DB12-A631-75DE-BB2C4EC678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004429-B099-EFD9-563A-F7ABB5A2F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8590BB-BB7F-FA7A-ED64-DB369453C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80104-EDBF-4EA6-9F37-AF02F6C5CA0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77AA7C-5E7E-7F87-729E-3AB2E447A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74CA59-2382-CBC2-4A6F-FD2825CF6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74C1-B4E8-49AD-A780-176FB8588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72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02E51-6773-9F82-B3FE-7984EFD76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19C8AC-72A6-1AA7-B952-2475325CC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80104-EDBF-4EA6-9F37-AF02F6C5CA0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CC567D-E160-24D1-228A-82AABA65E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ADA190-D848-EBD2-CD95-E53A9C520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74C1-B4E8-49AD-A780-176FB8588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607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FF761A-EFE3-3E31-3ABE-7C4A2109A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80104-EDBF-4EA6-9F37-AF02F6C5CA0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96D220-70AC-6FEE-610C-B4F22A26F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A9820-3854-0180-7E09-882AF94BC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74C1-B4E8-49AD-A780-176FB8588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11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861B1-9AC7-D0BF-0B9A-D0B61467B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1E42F-CB70-2890-96D9-9B9394AF3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80FEDE-566C-0F46-D7D5-D0554740FE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8AE2B-99C7-1CA2-6865-A0D0B5FCA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80104-EDBF-4EA6-9F37-AF02F6C5CA0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C632B3-6EF3-55D8-CC76-CDDF18BC4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313BC-907C-21E4-74EC-8E1EC5F74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74C1-B4E8-49AD-A780-176FB8588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001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E29EA-52D9-FFA0-6174-C59654899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20302-12AA-B82F-3E42-D6A348C8FCF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94DCB9-1EC5-814F-B36C-8AF34AD634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93F843-D29F-3C9E-2AED-2A45DDDDB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80104-EDBF-4EA6-9F37-AF02F6C5CA0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4788E0-11F6-D7C9-1156-0F394E962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EB4751-4CFA-ED30-FD18-16C21BE2F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74C1-B4E8-49AD-A780-176FB8588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463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9BA1B-F47B-3051-E090-1EF2CBD95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2EFA2E-95B5-EDC8-793B-D3FCAEC0DC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6BF91-F0B8-D9E2-A55F-1D3DCCBDE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80104-EDBF-4EA6-9F37-AF02F6C5CA0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E908E-6BB2-3FDB-39C4-5FCDDBA3D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8D9F9-F54D-F4FC-23C7-F159ABBE6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74C1-B4E8-49AD-A780-176FB8588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17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D6D466-27D3-246C-3679-56A85B6C1B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2C7C4E-EBBA-3054-5D58-AF71644E56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8CE57-CE2C-6107-E03A-08AC3D38B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80104-EDBF-4EA6-9F37-AF02F6C5CA0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56D9F-EE52-8B7E-9767-D8A90C480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92361-4B06-021A-1E77-054C46C54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74C1-B4E8-49AD-A780-176FB8588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295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6F4D6B-2302-E127-6459-56AE1BFE8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D057D-18F6-6BCC-56C2-BB0DBD6C2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9DAB0-FB88-4D3E-F11A-0409958369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C80104-EDBF-4EA6-9F37-AF02F6C5CA0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15BF6-3CB0-0003-5242-19D661851F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E3D36-B237-B129-19F7-E62AF322AB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F774C1-B4E8-49AD-A780-176FB8588F8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0EF9FE-9AC2-09F5-9DB2-FB95CE11EF7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902" y="365125"/>
            <a:ext cx="907145" cy="90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486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ebp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3.wdp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D5DAE-E25E-4146-C09B-F3E989B64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8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gency FB" panose="020B0503020202020204" pitchFamily="34" charset="0"/>
              </a:rPr>
              <a:t>AEROVISION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083FE-C7AC-9D78-033A-BB4444170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" y="2414587"/>
            <a:ext cx="11239500" cy="4078288"/>
          </a:xfrm>
        </p:spPr>
        <p:txBody>
          <a:bodyPr>
            <a:normAutofit/>
          </a:bodyPr>
          <a:lstStyle/>
          <a:p>
            <a:pPr lvl="0" algn="r" rtl="1"/>
            <a:r>
              <a:rPr lang="en-US" sz="32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رؤية</a:t>
            </a:r>
            <a:r>
              <a:rPr lang="en-US" sz="32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حاسوبية</a:t>
            </a:r>
            <a:r>
              <a:rPr lang="en-US" sz="32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ذكية</a:t>
            </a:r>
            <a:r>
              <a:rPr lang="en-US" sz="32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(AI Vision)</a:t>
            </a:r>
            <a:r>
              <a:rPr lang="ar-SY" sz="32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2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:</a:t>
            </a:r>
            <a:r>
              <a:rPr lang="ar-SY" sz="32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تتبع</a:t>
            </a:r>
            <a:r>
              <a:rPr 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الكائنات</a:t>
            </a:r>
            <a:r>
              <a:rPr 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والمشاة</a:t>
            </a:r>
            <a:r>
              <a:rPr 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حركياً</a:t>
            </a:r>
            <a:r>
              <a:rPr 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في</a:t>
            </a:r>
            <a:r>
              <a:rPr 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الوقت</a:t>
            </a:r>
            <a:r>
              <a:rPr 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الحقيقي</a:t>
            </a:r>
            <a:r>
              <a:rPr 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عبر</a:t>
            </a:r>
            <a:r>
              <a:rPr 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YOLOv8 </a:t>
            </a:r>
            <a:r>
              <a:rPr lang="en-US" sz="32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وByteTrack</a:t>
            </a:r>
            <a:r>
              <a:rPr lang="ar-SY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.</a:t>
            </a:r>
            <a:endParaRPr lang="en-US" sz="32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lvl="0" algn="r" rtl="1"/>
            <a:r>
              <a:rPr lang="en-US" sz="32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خرائط</a:t>
            </a:r>
            <a:r>
              <a:rPr lang="en-US" sz="32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تقارب</a:t>
            </a:r>
            <a:r>
              <a:rPr lang="en-US" sz="32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مترية</a:t>
            </a:r>
            <a:r>
              <a:rPr lang="en-US" sz="32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(Metric Proximity)</a:t>
            </a:r>
            <a:r>
              <a:rPr lang="ar-SY" sz="32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2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:</a:t>
            </a:r>
            <a:r>
              <a:rPr lang="ar-SY" sz="32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تحويل</a:t>
            </a:r>
            <a:r>
              <a:rPr 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البكسلات</a:t>
            </a:r>
            <a:r>
              <a:rPr 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الهندسية</a:t>
            </a:r>
            <a:r>
              <a:rPr 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المائلة</a:t>
            </a:r>
            <a:r>
              <a:rPr 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إلى</a:t>
            </a:r>
            <a:r>
              <a:rPr 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أبعاد</a:t>
            </a:r>
            <a:r>
              <a:rPr 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حقيقية</a:t>
            </a:r>
            <a:r>
              <a:rPr 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بالمتر</a:t>
            </a:r>
            <a:r>
              <a:rPr 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.</a:t>
            </a:r>
          </a:p>
          <a:p>
            <a:pPr lvl="0" algn="r" rtl="1"/>
            <a:r>
              <a:rPr lang="en-US" sz="32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إنذار</a:t>
            </a:r>
            <a:r>
              <a:rPr lang="en-US" sz="32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مبكر</a:t>
            </a:r>
            <a:r>
              <a:rPr lang="en-US" sz="32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ومؤتمت</a:t>
            </a:r>
            <a:r>
              <a:rPr lang="en-US" sz="32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(Autonomous Alerting)</a:t>
            </a:r>
            <a:r>
              <a:rPr lang="ar-SY" sz="32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2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:</a:t>
            </a:r>
            <a:r>
              <a:rPr lang="ar-SY" sz="32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إطلاق</a:t>
            </a:r>
            <a:r>
              <a:rPr 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تنبيهات</a:t>
            </a:r>
            <a:r>
              <a:rPr 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صوتية</a:t>
            </a:r>
            <a:r>
              <a:rPr 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فورية</a:t>
            </a:r>
            <a:r>
              <a:rPr 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لتغطية</a:t>
            </a:r>
            <a:r>
              <a:rPr 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البقع</a:t>
            </a:r>
            <a:r>
              <a:rPr 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العمياء</a:t>
            </a:r>
            <a:r>
              <a:rPr 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للسائقين</a:t>
            </a:r>
            <a:r>
              <a:rPr 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.</a:t>
            </a:r>
          </a:p>
          <a:p>
            <a:pPr marL="0" indent="0" algn="r" rtl="1">
              <a:buNone/>
            </a:pPr>
            <a:endParaRPr lang="en-US" sz="32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E5B0A3-C493-3CF9-4498-CD87CF429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3450" y="4828294"/>
            <a:ext cx="1625600" cy="166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468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BEFB329-8A7E-BCC1-4154-0353DAA8BFB4}"/>
              </a:ext>
            </a:extLst>
          </p:cNvPr>
          <p:cNvSpPr txBox="1"/>
          <p:nvPr/>
        </p:nvSpPr>
        <p:spPr>
          <a:xfrm>
            <a:off x="435769" y="2390254"/>
            <a:ext cx="11337131" cy="3801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 rtl="1">
              <a:spcBef>
                <a:spcPts val="1800"/>
              </a:spcBef>
              <a:spcAft>
                <a:spcPts val="900"/>
              </a:spcAft>
              <a:buNone/>
            </a:pP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التحديات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الأمنية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واللوجستية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في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ساحات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الطيرا</a:t>
            </a:r>
            <a:r>
              <a:rPr lang="ar-SY" sz="2800" b="0" u="none" strike="noStrike" dirty="0">
                <a:solidFill>
                  <a:schemeClr val="bg1"/>
                </a:solidFill>
                <a:effectLst/>
                <a:latin typeface="+mn-lt"/>
              </a:rPr>
              <a:t>ن 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(Ramp Area)</a:t>
            </a:r>
            <a:r>
              <a:rPr lang="ar-SY" sz="2800" b="0" u="none" strike="noStrike" dirty="0">
                <a:solidFill>
                  <a:schemeClr val="bg1"/>
                </a:solidFill>
                <a:effectLst/>
                <a:latin typeface="+mn-lt"/>
              </a:rPr>
              <a:t> :</a:t>
            </a:r>
            <a:endParaRPr lang="en-US" sz="2800" b="0" u="none" strike="noStrike" dirty="0">
              <a:solidFill>
                <a:schemeClr val="bg1"/>
              </a:solidFill>
              <a:effectLst/>
              <a:latin typeface="+mn-lt"/>
            </a:endParaRPr>
          </a:p>
          <a:p>
            <a:pPr marL="342900" marR="0" lvl="0" indent="-342900" algn="r" rtl="1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800" b="1" u="none" strike="noStrike" dirty="0" err="1">
                <a:solidFill>
                  <a:schemeClr val="bg1"/>
                </a:solidFill>
                <a:effectLst/>
                <a:latin typeface="+mn-lt"/>
              </a:rPr>
              <a:t>بيئة</a:t>
            </a:r>
            <a:r>
              <a:rPr lang="en-US" sz="2800" b="1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1" u="none" strike="noStrike" dirty="0" err="1">
                <a:solidFill>
                  <a:schemeClr val="bg1"/>
                </a:solidFill>
                <a:effectLst/>
                <a:latin typeface="+mn-lt"/>
              </a:rPr>
              <a:t>عالية</a:t>
            </a:r>
            <a:r>
              <a:rPr lang="en-US" sz="2800" b="1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1" u="none" strike="noStrike" dirty="0" err="1">
                <a:solidFill>
                  <a:schemeClr val="bg1"/>
                </a:solidFill>
                <a:effectLst/>
                <a:latin typeface="+mn-lt"/>
              </a:rPr>
              <a:t>الكثافة</a:t>
            </a:r>
            <a:r>
              <a:rPr lang="en-US" sz="2800" b="1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1" u="none" strike="noStrike" dirty="0" err="1">
                <a:solidFill>
                  <a:schemeClr val="bg1"/>
                </a:solidFill>
                <a:effectLst/>
                <a:latin typeface="+mn-lt"/>
              </a:rPr>
              <a:t>والخطورة</a:t>
            </a:r>
            <a:r>
              <a:rPr lang="en-US" sz="2800" b="1" u="none" strike="noStrike" dirty="0">
                <a:solidFill>
                  <a:schemeClr val="bg1"/>
                </a:solidFill>
                <a:effectLst/>
                <a:latin typeface="+mn-lt"/>
              </a:rPr>
              <a:t>: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ازدحام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مستمر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لآليات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الخدمات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الأرضية</a:t>
            </a:r>
            <a:r>
              <a:rPr lang="ar-SY" sz="2800" b="0" u="none" strike="noStrike" dirty="0">
                <a:solidFill>
                  <a:schemeClr val="bg1"/>
                </a:solidFill>
                <a:effectLst/>
                <a:latin typeface="+mn-lt"/>
              </a:rPr>
              <a:t>(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شاحنات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الحقائب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،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عربات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التموين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،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جسور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الركا</a:t>
            </a:r>
            <a:r>
              <a:rPr lang="ar-SY" sz="2800" b="0" u="none" strike="noStrike" dirty="0">
                <a:solidFill>
                  <a:schemeClr val="bg1"/>
                </a:solidFill>
                <a:effectLst/>
                <a:latin typeface="+mn-lt"/>
              </a:rPr>
              <a:t>ب )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حول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الطائرات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ar-SY" sz="2800" b="0" u="none" strike="noStrike" dirty="0">
                <a:solidFill>
                  <a:schemeClr val="bg1"/>
                </a:solidFill>
                <a:effectLst/>
                <a:latin typeface="+mn-lt"/>
              </a:rPr>
              <a:t>الساكنة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والمشاة</a:t>
            </a:r>
            <a:r>
              <a:rPr lang="ar-SY" sz="2800" b="0" u="none" strike="noStrike" dirty="0">
                <a:solidFill>
                  <a:schemeClr val="bg1"/>
                </a:solidFill>
                <a:effectLst/>
                <a:latin typeface="+mn-lt"/>
              </a:rPr>
              <a:t> .</a:t>
            </a:r>
          </a:p>
          <a:p>
            <a:pPr marL="342900" marR="0" lvl="0" indent="-342900" algn="r" rtl="1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800" b="1" u="none" strike="noStrike" dirty="0" err="1">
                <a:solidFill>
                  <a:schemeClr val="bg1"/>
                </a:solidFill>
                <a:effectLst/>
                <a:latin typeface="+mn-lt"/>
              </a:rPr>
              <a:t>قصور</a:t>
            </a:r>
            <a:r>
              <a:rPr lang="en-US" sz="2800" b="1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1" u="none" strike="noStrike" dirty="0" err="1">
                <a:solidFill>
                  <a:schemeClr val="bg1"/>
                </a:solidFill>
                <a:effectLst/>
                <a:latin typeface="+mn-lt"/>
              </a:rPr>
              <a:t>المراقبة</a:t>
            </a:r>
            <a:r>
              <a:rPr lang="en-US" sz="2800" b="1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1" u="none" strike="noStrike" dirty="0" err="1">
                <a:solidFill>
                  <a:schemeClr val="bg1"/>
                </a:solidFill>
                <a:effectLst/>
                <a:latin typeface="+mn-lt"/>
              </a:rPr>
              <a:t>التقليدية</a:t>
            </a:r>
            <a:r>
              <a:rPr lang="en-US" sz="2800" b="1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1" u="none" strike="noStrike" dirty="0" err="1">
                <a:solidFill>
                  <a:schemeClr val="bg1"/>
                </a:solidFill>
                <a:effectLst/>
                <a:latin typeface="+mn-lt"/>
              </a:rPr>
              <a:t>البصرية</a:t>
            </a:r>
            <a:r>
              <a:rPr lang="en-US" sz="2800" b="1" u="none" strike="noStrike" dirty="0">
                <a:solidFill>
                  <a:schemeClr val="bg1"/>
                </a:solidFill>
                <a:effectLst/>
                <a:latin typeface="+mn-lt"/>
              </a:rPr>
              <a:t>: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وجود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بقع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عمياء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حادة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للكاميرات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الأمنية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المائلة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،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وصعوبة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المراقبة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البشرية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المستمرة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على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مدار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الساعة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.</a:t>
            </a:r>
          </a:p>
          <a:p>
            <a:pPr marL="342900" marR="0" lvl="0" indent="-342900" algn="r" rtl="1"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u="none" strike="noStrike" dirty="0" err="1">
                <a:solidFill>
                  <a:schemeClr val="bg1"/>
                </a:solidFill>
                <a:effectLst/>
                <a:latin typeface="+mn-lt"/>
              </a:rPr>
              <a:t>تقدير</a:t>
            </a:r>
            <a:r>
              <a:rPr lang="en-US" sz="2800" b="1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1" u="none" strike="noStrike" dirty="0" err="1">
                <a:solidFill>
                  <a:schemeClr val="bg1"/>
                </a:solidFill>
                <a:effectLst/>
                <a:latin typeface="+mn-lt"/>
              </a:rPr>
              <a:t>المسافات</a:t>
            </a:r>
            <a:r>
              <a:rPr lang="en-US" sz="2800" b="1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1" u="none" strike="noStrike" dirty="0" err="1">
                <a:solidFill>
                  <a:schemeClr val="bg1"/>
                </a:solidFill>
                <a:effectLst/>
                <a:latin typeface="+mn-lt"/>
              </a:rPr>
              <a:t>والسهو</a:t>
            </a:r>
            <a:r>
              <a:rPr lang="en-US" sz="2800" b="1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1" u="none" strike="noStrike" dirty="0" err="1">
                <a:solidFill>
                  <a:schemeClr val="bg1"/>
                </a:solidFill>
                <a:effectLst/>
                <a:latin typeface="+mn-lt"/>
              </a:rPr>
              <a:t>البشري</a:t>
            </a:r>
            <a:r>
              <a:rPr lang="en-US" sz="2800" b="1" u="none" strike="noStrike" dirty="0">
                <a:solidFill>
                  <a:schemeClr val="bg1"/>
                </a:solidFill>
                <a:effectLst/>
                <a:latin typeface="+mn-lt"/>
              </a:rPr>
              <a:t>: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عدم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قدرة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العاملين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أو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السائقين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على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تقدير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مسافات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الأمان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بدقة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تحت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ضغط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الوقت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،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مما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يؤدي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لحوادث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اصطدام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كارثية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منخفضة</a:t>
            </a:r>
            <a:r>
              <a:rPr lang="en-US" sz="2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السرعة</a:t>
            </a:r>
            <a:endParaRPr lang="en-US" sz="2800" b="0" u="none" strike="noStrike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CC89BA-BFB9-1697-6752-D87BB654F4EF}"/>
              </a:ext>
            </a:extLst>
          </p:cNvPr>
          <p:cNvSpPr txBox="1"/>
          <p:nvPr/>
        </p:nvSpPr>
        <p:spPr>
          <a:xfrm>
            <a:off x="4936331" y="1243014"/>
            <a:ext cx="7086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3600" dirty="0">
                <a:solidFill>
                  <a:schemeClr val="bg1"/>
                </a:solidFill>
              </a:rPr>
              <a:t>المشكلة التي يحلها المشروع : 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099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382BB0B-FFA4-9164-405D-C8D4DE7146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032" y="1613928"/>
            <a:ext cx="3548705" cy="1975223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0CED5A2-8168-A7EA-44CA-D3A7E6D31C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30" t="37139"/>
          <a:stretch>
            <a:fillRect/>
          </a:stretch>
        </p:blipFill>
        <p:spPr>
          <a:xfrm>
            <a:off x="6866742" y="1613928"/>
            <a:ext cx="4155393" cy="1975223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00AEF85-918A-4F7E-4305-B356D21E9C45}"/>
              </a:ext>
            </a:extLst>
          </p:cNvPr>
          <p:cNvSpPr txBox="1"/>
          <p:nvPr/>
        </p:nvSpPr>
        <p:spPr>
          <a:xfrm>
            <a:off x="6500813" y="4108019"/>
            <a:ext cx="5308069" cy="2608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r" rtl="1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800" b="1" u="none" strike="noStrike" dirty="0" err="1">
                <a:solidFill>
                  <a:schemeClr val="bg1"/>
                </a:solidFill>
                <a:effectLst/>
                <a:latin typeface="+mn-lt"/>
              </a:rPr>
              <a:t>مطار</a:t>
            </a:r>
            <a:r>
              <a:rPr lang="en-US" sz="1800" b="1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1800" b="1" u="none" strike="noStrike" dirty="0" err="1">
                <a:solidFill>
                  <a:schemeClr val="bg1"/>
                </a:solidFill>
                <a:effectLst/>
                <a:latin typeface="+mn-lt"/>
              </a:rPr>
              <a:t>لوس</a:t>
            </a:r>
            <a:r>
              <a:rPr lang="en-US" sz="1800" b="1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1800" b="1" u="none" strike="noStrike" dirty="0" err="1">
                <a:solidFill>
                  <a:schemeClr val="bg1"/>
                </a:solidFill>
                <a:effectLst/>
                <a:latin typeface="+mn-lt"/>
              </a:rPr>
              <a:t>أنجلوس</a:t>
            </a:r>
            <a:r>
              <a:rPr lang="en-US" sz="1800" b="1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1800" b="1" u="none" strike="noStrike" dirty="0" err="1">
                <a:solidFill>
                  <a:schemeClr val="bg1"/>
                </a:solidFill>
                <a:effectLst/>
                <a:latin typeface="+mn-lt"/>
              </a:rPr>
              <a:t>الدولي</a:t>
            </a:r>
            <a:r>
              <a:rPr lang="en-US" sz="1800" b="1" u="none" strike="noStrike" dirty="0">
                <a:solidFill>
                  <a:schemeClr val="bg1"/>
                </a:solidFill>
                <a:effectLst/>
                <a:latin typeface="+mn-lt"/>
              </a:rPr>
              <a:t> - </a:t>
            </a:r>
            <a:r>
              <a:rPr lang="en-US" sz="1800" b="1" u="none" strike="noStrike" dirty="0" err="1">
                <a:solidFill>
                  <a:schemeClr val="bg1"/>
                </a:solidFill>
                <a:effectLst/>
                <a:latin typeface="+mn-lt"/>
              </a:rPr>
              <a:t>الولايات</a:t>
            </a:r>
            <a:r>
              <a:rPr lang="en-US" sz="1800" b="1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1800" b="1" u="none" strike="noStrike" dirty="0" err="1">
                <a:solidFill>
                  <a:schemeClr val="bg1"/>
                </a:solidFill>
                <a:effectLst/>
                <a:latin typeface="+mn-lt"/>
              </a:rPr>
              <a:t>المتحدة</a:t>
            </a:r>
            <a:r>
              <a:rPr lang="en-US" sz="1800" b="1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1800" b="1" u="none" strike="noStrike" dirty="0" err="1">
                <a:solidFill>
                  <a:schemeClr val="bg1"/>
                </a:solidFill>
                <a:effectLst/>
                <a:latin typeface="+mn-lt"/>
              </a:rPr>
              <a:t>الأمريكية</a:t>
            </a:r>
            <a:endParaRPr lang="en-US" sz="1800" b="0" u="none" strike="noStrike" dirty="0">
              <a:solidFill>
                <a:schemeClr val="bg1"/>
              </a:solidFill>
              <a:effectLst/>
              <a:latin typeface="+mn-lt"/>
            </a:endParaRPr>
          </a:p>
          <a:p>
            <a:pPr marL="742950" marR="0" lvl="1" indent="-285750" algn="r" rtl="1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800" b="1" u="none" strike="noStrike" dirty="0" err="1">
                <a:solidFill>
                  <a:schemeClr val="bg1"/>
                </a:solidFill>
                <a:effectLst/>
                <a:latin typeface="+mn-lt"/>
              </a:rPr>
              <a:t>الحدث</a:t>
            </a:r>
            <a:r>
              <a:rPr lang="en-US" sz="1800" b="1" u="none" strike="noStrike" dirty="0">
                <a:solidFill>
                  <a:schemeClr val="bg1"/>
                </a:solidFill>
                <a:effectLst/>
                <a:latin typeface="+mn-lt"/>
              </a:rPr>
              <a:t>:</a:t>
            </a:r>
            <a:r>
              <a:rPr lang="en-US" sz="1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اصطدام</a:t>
            </a:r>
            <a:r>
              <a:rPr lang="en-US" sz="1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حافلة</a:t>
            </a:r>
            <a:r>
              <a:rPr lang="en-US" sz="1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solidFill>
                  <a:schemeClr val="bg1"/>
                </a:solidFill>
                <a:effectLst/>
                <a:latin typeface="+mn-lt"/>
              </a:rPr>
              <a:t>نقل</a:t>
            </a:r>
            <a:r>
              <a:rPr lang="en-US" sz="1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ركاب</a:t>
            </a:r>
            <a:r>
              <a:rPr lang="en-US" sz="1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أرضية</a:t>
            </a:r>
            <a:r>
              <a:rPr lang="en-US" sz="1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بطائرة</a:t>
            </a:r>
            <a:r>
              <a:rPr lang="en-US" sz="1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ركاب</a:t>
            </a:r>
            <a:r>
              <a:rPr lang="en-US" sz="1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أثناء</a:t>
            </a:r>
            <a:r>
              <a:rPr lang="en-US" sz="1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عملية</a:t>
            </a:r>
            <a:r>
              <a:rPr lang="en-US" sz="1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سحبها</a:t>
            </a:r>
            <a:r>
              <a:rPr lang="en-US" sz="1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solidFill>
                  <a:schemeClr val="bg1"/>
                </a:solidFill>
                <a:effectLst/>
                <a:latin typeface="+mn-lt"/>
              </a:rPr>
              <a:t>ليلاً</a:t>
            </a:r>
            <a:r>
              <a:rPr lang="en-US" sz="1800" b="0" u="none" strike="noStrike" dirty="0">
                <a:solidFill>
                  <a:schemeClr val="bg1"/>
                </a:solidFill>
                <a:effectLst/>
                <a:latin typeface="+mn-lt"/>
              </a:rPr>
              <a:t>.</a:t>
            </a:r>
          </a:p>
          <a:p>
            <a:pPr marL="742950" marR="0" lvl="1" indent="-285750" algn="r" rtl="1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800" b="1" u="none" strike="noStrike" dirty="0" err="1">
                <a:solidFill>
                  <a:schemeClr val="bg1"/>
                </a:solidFill>
                <a:effectLst/>
                <a:latin typeface="+mn-lt"/>
              </a:rPr>
              <a:t>النتيجة</a:t>
            </a:r>
            <a:r>
              <a:rPr lang="en-US" sz="1800" b="1" u="none" strike="noStrike" dirty="0">
                <a:solidFill>
                  <a:schemeClr val="bg1"/>
                </a:solidFill>
                <a:effectLst/>
                <a:latin typeface="+mn-lt"/>
              </a:rPr>
              <a:t>:</a:t>
            </a:r>
            <a:r>
              <a:rPr lang="en-US" sz="1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إصابة</a:t>
            </a:r>
            <a:r>
              <a:rPr lang="en-US" sz="1800" b="0" u="none" strike="noStrike" dirty="0">
                <a:solidFill>
                  <a:schemeClr val="bg1"/>
                </a:solidFill>
                <a:effectLst/>
                <a:latin typeface="+mn-lt"/>
              </a:rPr>
              <a:t> 5 </a:t>
            </a:r>
            <a:r>
              <a:rPr lang="en-US" sz="1800" b="0" u="none" strike="noStrike" dirty="0" err="1">
                <a:solidFill>
                  <a:schemeClr val="bg1"/>
                </a:solidFill>
                <a:effectLst/>
                <a:latin typeface="+mn-lt"/>
              </a:rPr>
              <a:t>موظفين</a:t>
            </a:r>
            <a:r>
              <a:rPr lang="en-US" sz="1800" b="0" u="none" strike="noStrike" dirty="0">
                <a:solidFill>
                  <a:schemeClr val="bg1"/>
                </a:solidFill>
                <a:effectLst/>
                <a:latin typeface="+mn-lt"/>
              </a:rPr>
              <a:t>، </a:t>
            </a:r>
            <a:r>
              <a:rPr lang="en-US" sz="1800" b="0" u="none" strike="noStrike" dirty="0" err="1">
                <a:solidFill>
                  <a:schemeClr val="bg1"/>
                </a:solidFill>
                <a:effectLst/>
                <a:latin typeface="+mn-lt"/>
              </a:rPr>
              <a:t>وتحطم</a:t>
            </a:r>
            <a:r>
              <a:rPr lang="en-US" sz="1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solidFill>
                  <a:schemeClr val="bg1"/>
                </a:solidFill>
                <a:effectLst/>
                <a:latin typeface="+mn-lt"/>
              </a:rPr>
              <a:t>كامل</a:t>
            </a:r>
            <a:r>
              <a:rPr lang="en-US" sz="1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solidFill>
                  <a:schemeClr val="bg1"/>
                </a:solidFill>
                <a:effectLst/>
                <a:latin typeface="+mn-lt"/>
              </a:rPr>
              <a:t>لمقصورة</a:t>
            </a:r>
            <a:r>
              <a:rPr lang="en-US" sz="1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القيادة</a:t>
            </a:r>
            <a:r>
              <a:rPr lang="en-US" sz="1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بالحافلة</a:t>
            </a:r>
            <a:r>
              <a:rPr lang="en-US" sz="1800" b="0" u="none" strike="noStrike" dirty="0">
                <a:solidFill>
                  <a:schemeClr val="bg1"/>
                </a:solidFill>
                <a:effectLst/>
                <a:latin typeface="+mn-lt"/>
              </a:rPr>
              <a:t>، </a:t>
            </a:r>
            <a:r>
              <a:rPr lang="ar-SY" sz="1800" b="0" u="none" strike="noStrike" dirty="0">
                <a:solidFill>
                  <a:schemeClr val="bg1"/>
                </a:solidFill>
                <a:effectLst/>
                <a:latin typeface="+mn-lt"/>
              </a:rPr>
              <a:t>أضرار </a:t>
            </a:r>
            <a:r>
              <a:rPr lang="en-US" sz="1800" b="0" u="none" strike="noStrike" dirty="0" err="1">
                <a:solidFill>
                  <a:schemeClr val="bg1"/>
                </a:solidFill>
                <a:effectLst/>
                <a:latin typeface="+mn-lt"/>
              </a:rPr>
              <a:t>هيكلية</a:t>
            </a:r>
            <a:r>
              <a:rPr lang="en-US" sz="1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بالغة</a:t>
            </a:r>
            <a:r>
              <a:rPr lang="en-US" sz="1800" b="0" u="none" strike="noStrike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solidFill>
                  <a:schemeClr val="bg1"/>
                </a:solidFill>
                <a:effectLst/>
                <a:latin typeface="+mn-lt"/>
              </a:rPr>
              <a:t>بالطائرة</a:t>
            </a:r>
            <a:r>
              <a:rPr lang="en-US" sz="1800" b="0" u="none" strike="noStrike" dirty="0">
                <a:solidFill>
                  <a:schemeClr val="bg1"/>
                </a:solidFill>
                <a:effectLst/>
                <a:latin typeface="+mn-lt"/>
              </a:rPr>
              <a:t>.</a:t>
            </a:r>
          </a:p>
          <a:p>
            <a:pPr algn="r" rtl="1">
              <a:buNone/>
            </a:pP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A2A0F7-BA75-B8AD-8AED-BA01829A8BF4}"/>
              </a:ext>
            </a:extLst>
          </p:cNvPr>
          <p:cNvSpPr txBox="1"/>
          <p:nvPr/>
        </p:nvSpPr>
        <p:spPr>
          <a:xfrm>
            <a:off x="4321076" y="543828"/>
            <a:ext cx="72593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3600" b="1" dirty="0" err="1">
                <a:solidFill>
                  <a:schemeClr val="bg1"/>
                </a:solidFill>
              </a:rPr>
              <a:t>حوادث</a:t>
            </a:r>
            <a:r>
              <a:rPr lang="en-US" sz="3600" b="1" dirty="0">
                <a:solidFill>
                  <a:schemeClr val="bg1"/>
                </a:solidFill>
              </a:rPr>
              <a:t> </a:t>
            </a:r>
            <a:r>
              <a:rPr lang="en-US" sz="3600" b="1" dirty="0" err="1">
                <a:solidFill>
                  <a:schemeClr val="bg1"/>
                </a:solidFill>
              </a:rPr>
              <a:t>التصادم</a:t>
            </a:r>
            <a:r>
              <a:rPr lang="en-US" sz="3600" b="1" dirty="0">
                <a:solidFill>
                  <a:schemeClr val="bg1"/>
                </a:solidFill>
              </a:rPr>
              <a:t> </a:t>
            </a:r>
            <a:r>
              <a:rPr lang="en-US" sz="3600" b="1" dirty="0" err="1">
                <a:solidFill>
                  <a:schemeClr val="bg1"/>
                </a:solidFill>
              </a:rPr>
              <a:t>الأرضي</a:t>
            </a:r>
            <a:r>
              <a:rPr lang="en-US" sz="3600" b="1" dirty="0">
                <a:solidFill>
                  <a:schemeClr val="bg1"/>
                </a:solidFill>
              </a:rPr>
              <a:t> </a:t>
            </a:r>
            <a:r>
              <a:rPr lang="en-US" sz="3600" b="1" dirty="0" err="1">
                <a:solidFill>
                  <a:schemeClr val="bg1"/>
                </a:solidFill>
              </a:rPr>
              <a:t>في</a:t>
            </a:r>
            <a:r>
              <a:rPr lang="en-US" sz="3600" b="1" dirty="0">
                <a:solidFill>
                  <a:schemeClr val="bg1"/>
                </a:solidFill>
              </a:rPr>
              <a:t> </a:t>
            </a:r>
            <a:r>
              <a:rPr lang="en-US" sz="3600" b="1" dirty="0" err="1">
                <a:solidFill>
                  <a:schemeClr val="bg1"/>
                </a:solidFill>
              </a:rPr>
              <a:t>ساحات</a:t>
            </a:r>
            <a:r>
              <a:rPr lang="en-US" sz="3600" b="1" dirty="0">
                <a:solidFill>
                  <a:schemeClr val="bg1"/>
                </a:solidFill>
              </a:rPr>
              <a:t> </a:t>
            </a:r>
            <a:r>
              <a:rPr lang="en-US" sz="3600" b="1" dirty="0" err="1">
                <a:solidFill>
                  <a:schemeClr val="bg1"/>
                </a:solidFill>
              </a:rPr>
              <a:t>الطيران</a:t>
            </a:r>
            <a:r>
              <a:rPr lang="ar-SY" sz="3600" b="1" dirty="0">
                <a:solidFill>
                  <a:schemeClr val="bg1"/>
                </a:solidFill>
              </a:rPr>
              <a:t> :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3D3391-ECAF-D249-1CB3-13BC8C954120}"/>
              </a:ext>
            </a:extLst>
          </p:cNvPr>
          <p:cNvSpPr txBox="1"/>
          <p:nvPr/>
        </p:nvSpPr>
        <p:spPr>
          <a:xfrm>
            <a:off x="383118" y="4336131"/>
            <a:ext cx="458771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r" rtl="1"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bg1"/>
                </a:solidFill>
              </a:rPr>
              <a:t>مطار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err="1">
                <a:solidFill>
                  <a:schemeClr val="bg1"/>
                </a:solidFill>
              </a:rPr>
              <a:t>ميلان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err="1">
                <a:solidFill>
                  <a:schemeClr val="bg1"/>
                </a:solidFill>
              </a:rPr>
              <a:t>ليناتي</a:t>
            </a:r>
            <a:r>
              <a:rPr lang="en-US" sz="1600" b="1" dirty="0">
                <a:solidFill>
                  <a:schemeClr val="bg1"/>
                </a:solidFill>
              </a:rPr>
              <a:t> – </a:t>
            </a:r>
            <a:r>
              <a:rPr lang="en-US" sz="1600" b="1" dirty="0" err="1">
                <a:solidFill>
                  <a:schemeClr val="bg1"/>
                </a:solidFill>
              </a:rPr>
              <a:t>إيطاليا</a:t>
            </a:r>
            <a:endParaRPr lang="ar-SY" sz="1600" b="1" dirty="0">
              <a:solidFill>
                <a:schemeClr val="bg1"/>
              </a:solidFill>
            </a:endParaRPr>
          </a:p>
          <a:p>
            <a:pPr algn="r" rtl="1"/>
            <a:endParaRPr lang="en-US" sz="1600" dirty="0">
              <a:solidFill>
                <a:schemeClr val="bg1"/>
              </a:solidFill>
            </a:endParaRPr>
          </a:p>
          <a:p>
            <a:pPr marL="685800" lvl="1" indent="-228600" algn="r" rtl="1"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bg1"/>
                </a:solidFill>
              </a:rPr>
              <a:t>الحدث</a:t>
            </a:r>
            <a:r>
              <a:rPr lang="en-US" sz="1600" b="1" dirty="0">
                <a:solidFill>
                  <a:schemeClr val="bg1"/>
                </a:solidFill>
              </a:rPr>
              <a:t>: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مركبة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خدمات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لوجستية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تقطع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مسار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الممر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الأرضي</a:t>
            </a:r>
            <a:endParaRPr lang="ar-SY" sz="1600" dirty="0">
              <a:solidFill>
                <a:schemeClr val="bg1"/>
              </a:solidFill>
            </a:endParaRPr>
          </a:p>
          <a:p>
            <a:pPr lvl="1" algn="r" rtl="1"/>
            <a:r>
              <a:rPr lang="ar-SY" sz="1600" dirty="0">
                <a:solidFill>
                  <a:schemeClr val="bg1"/>
                </a:solidFill>
              </a:rPr>
              <a:t>    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بسرعة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وتصطدم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مباشرة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بأنف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طائرة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خاصة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مستقرة</a:t>
            </a:r>
            <a:r>
              <a:rPr lang="ar-SY" sz="1600" dirty="0">
                <a:solidFill>
                  <a:schemeClr val="bg1"/>
                </a:solidFill>
              </a:rPr>
              <a:t>.</a:t>
            </a:r>
          </a:p>
          <a:p>
            <a:pPr lvl="1" algn="r" rtl="1"/>
            <a:endParaRPr lang="en-US" sz="1600" dirty="0">
              <a:solidFill>
                <a:schemeClr val="bg1"/>
              </a:solidFill>
            </a:endParaRPr>
          </a:p>
          <a:p>
            <a:pPr marL="685800" lvl="1" indent="-228600" algn="r" rtl="1"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bg1"/>
                </a:solidFill>
              </a:rPr>
              <a:t>النتيجة</a:t>
            </a:r>
            <a:r>
              <a:rPr lang="en-US" sz="1600" b="1" dirty="0">
                <a:solidFill>
                  <a:schemeClr val="bg1"/>
                </a:solidFill>
              </a:rPr>
              <a:t>: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انحشار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المركبة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بالكامل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أسفل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الطائرة</a:t>
            </a:r>
            <a:r>
              <a:rPr lang="en-US" sz="1600" dirty="0">
                <a:solidFill>
                  <a:schemeClr val="bg1"/>
                </a:solidFill>
              </a:rPr>
              <a:t>، </a:t>
            </a:r>
            <a:r>
              <a:rPr lang="en-US" sz="1600" dirty="0" err="1">
                <a:solidFill>
                  <a:schemeClr val="bg1"/>
                </a:solidFill>
              </a:rPr>
              <a:t>وتدمير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أجهزة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الرادار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الأمامية</a:t>
            </a:r>
            <a:r>
              <a:rPr lang="en-US" sz="1600" dirty="0">
                <a:solidFill>
                  <a:schemeClr val="bg1"/>
                </a:solidFill>
              </a:rPr>
              <a:t>، </a:t>
            </a:r>
            <a:r>
              <a:rPr lang="en-US" sz="1600" dirty="0" err="1">
                <a:solidFill>
                  <a:schemeClr val="bg1"/>
                </a:solidFill>
              </a:rPr>
              <a:t>وإغلاق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مدرج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المطار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بالكامل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وتحويل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الرحلات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6643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1B6BB-3B2B-1920-C73C-055A558CB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en-US" sz="3600" dirty="0" err="1">
                <a:solidFill>
                  <a:schemeClr val="bg1"/>
                </a:solidFill>
              </a:rPr>
              <a:t>الخوارزميات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والتقنيات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الأساسية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المعتمدة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في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المشروع</a:t>
            </a:r>
            <a:r>
              <a:rPr lang="ar-SY" sz="3600" dirty="0">
                <a:solidFill>
                  <a:schemeClr val="bg1"/>
                </a:solidFill>
              </a:rPr>
              <a:t> :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CA0DA-84D7-CCBF-CB7E-2A753229B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2588" y="1761331"/>
            <a:ext cx="9541669" cy="4351338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r>
              <a:rPr lang="ar-SY" sz="2000" b="1" dirty="0">
                <a:solidFill>
                  <a:schemeClr val="bg1"/>
                </a:solidFill>
              </a:rPr>
              <a:t>.</a:t>
            </a:r>
            <a:r>
              <a:rPr lang="en-US" sz="2000" b="1" dirty="0" err="1">
                <a:solidFill>
                  <a:schemeClr val="bg1"/>
                </a:solidFill>
              </a:rPr>
              <a:t>مدخلات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النظام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وتحسين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الصورة</a:t>
            </a:r>
            <a:r>
              <a:rPr lang="en-US" sz="2000" b="1" dirty="0">
                <a:solidFill>
                  <a:schemeClr val="bg1"/>
                </a:solidFill>
              </a:rPr>
              <a:t> (Image Processing)</a:t>
            </a:r>
            <a:r>
              <a:rPr lang="ar-SY" sz="2000" b="1" dirty="0">
                <a:solidFill>
                  <a:schemeClr val="bg1"/>
                </a:solidFill>
              </a:rPr>
              <a:t> </a:t>
            </a:r>
            <a:r>
              <a:rPr lang="en-US" sz="2000" b="1" dirty="0">
                <a:solidFill>
                  <a:schemeClr val="bg1"/>
                </a:solidFill>
              </a:rPr>
              <a:t>:</a:t>
            </a:r>
            <a:endParaRPr lang="en-US" sz="2000" dirty="0">
              <a:solidFill>
                <a:schemeClr val="bg1"/>
              </a:solidFill>
            </a:endParaRPr>
          </a:p>
          <a:p>
            <a:pPr marL="457200" lvl="1" indent="0" algn="r" rtl="1">
              <a:buNone/>
            </a:pPr>
            <a:r>
              <a:rPr lang="en-US" sz="2000" dirty="0" err="1">
                <a:solidFill>
                  <a:schemeClr val="bg1"/>
                </a:solidFill>
              </a:rPr>
              <a:t>سحب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البث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الحي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من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الكاميرا</a:t>
            </a:r>
            <a:r>
              <a:rPr lang="ar-SY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المائلة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وتعديل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التباين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والإضاءة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برمجياً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لتأهيلها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للذكاء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الاصطناعي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marL="0" indent="0" algn="r" rtl="1">
              <a:buNone/>
            </a:pPr>
            <a:r>
              <a:rPr lang="en-US" sz="2000" b="1" dirty="0">
                <a:solidFill>
                  <a:schemeClr val="bg1"/>
                </a:solidFill>
              </a:rPr>
              <a:t>. 2 </a:t>
            </a:r>
            <a:r>
              <a:rPr lang="en-US" sz="2000" b="1" dirty="0" err="1">
                <a:solidFill>
                  <a:schemeClr val="bg1"/>
                </a:solidFill>
              </a:rPr>
              <a:t>الرؤية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الحاسوبية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وتتبع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الكائنات</a:t>
            </a:r>
            <a:r>
              <a:rPr lang="en-US" sz="2000" b="1" dirty="0">
                <a:solidFill>
                  <a:schemeClr val="bg1"/>
                </a:solidFill>
              </a:rPr>
              <a:t> (AI Detection &amp; Tracking)</a:t>
            </a:r>
            <a:r>
              <a:rPr lang="ar-SY" sz="2000" b="1" dirty="0">
                <a:solidFill>
                  <a:schemeClr val="bg1"/>
                </a:solidFill>
              </a:rPr>
              <a:t> </a:t>
            </a:r>
            <a:r>
              <a:rPr lang="en-US" sz="2000" b="1" dirty="0">
                <a:solidFill>
                  <a:schemeClr val="bg1"/>
                </a:solidFill>
              </a:rPr>
              <a:t>:</a:t>
            </a:r>
            <a:endParaRPr lang="en-US" sz="2000" dirty="0">
              <a:solidFill>
                <a:schemeClr val="bg1"/>
              </a:solidFill>
            </a:endParaRPr>
          </a:p>
          <a:p>
            <a:pPr marL="457200" lvl="1" indent="0" algn="r" rtl="1">
              <a:buNone/>
            </a:pPr>
            <a:r>
              <a:rPr lang="en-US" sz="2000" dirty="0" err="1">
                <a:solidFill>
                  <a:schemeClr val="bg1"/>
                </a:solidFill>
              </a:rPr>
              <a:t>تشغيل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نموذج</a:t>
            </a:r>
            <a:r>
              <a:rPr lang="ar-SY" sz="2000" dirty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b="1" dirty="0">
                <a:solidFill>
                  <a:schemeClr val="bg1"/>
                </a:solidFill>
              </a:rPr>
              <a:t>YOLOv8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لعزل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فئات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الخطر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ar-SY" sz="2000" dirty="0">
                <a:solidFill>
                  <a:schemeClr val="bg1"/>
                </a:solidFill>
              </a:rPr>
              <a:t>(</a:t>
            </a:r>
            <a:r>
              <a:rPr lang="en-US" sz="2000" dirty="0" err="1">
                <a:solidFill>
                  <a:schemeClr val="bg1"/>
                </a:solidFill>
              </a:rPr>
              <a:t>مشاة</a:t>
            </a:r>
            <a:r>
              <a:rPr lang="en-US" sz="2000" dirty="0">
                <a:solidFill>
                  <a:schemeClr val="bg1"/>
                </a:solidFill>
              </a:rPr>
              <a:t>، </a:t>
            </a:r>
            <a:r>
              <a:rPr lang="en-US" sz="2000" dirty="0" err="1">
                <a:solidFill>
                  <a:schemeClr val="bg1"/>
                </a:solidFill>
              </a:rPr>
              <a:t>مركبات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خدمات</a:t>
            </a:r>
            <a:r>
              <a:rPr lang="ar-SY" sz="2000" dirty="0">
                <a:solidFill>
                  <a:schemeClr val="bg1"/>
                </a:solidFill>
              </a:rPr>
              <a:t>)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ودمجه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مع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خوارزمية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ByteTrack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لمنح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كل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كائن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معرّفاً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ثابتاً</a:t>
            </a:r>
            <a:r>
              <a:rPr lang="en-US" sz="2000" dirty="0">
                <a:solidFill>
                  <a:schemeClr val="bg1"/>
                </a:solidFill>
              </a:rPr>
              <a:t> (Track ID).</a:t>
            </a:r>
          </a:p>
          <a:p>
            <a:pPr marL="0" indent="0" algn="r" rtl="1">
              <a:buNone/>
            </a:pPr>
            <a:r>
              <a:rPr lang="en-US" sz="2000" b="1" dirty="0">
                <a:solidFill>
                  <a:schemeClr val="bg1"/>
                </a:solidFill>
              </a:rPr>
              <a:t>. 3 </a:t>
            </a:r>
            <a:r>
              <a:rPr lang="en-US" sz="2000" b="1" dirty="0" err="1">
                <a:solidFill>
                  <a:schemeClr val="bg1"/>
                </a:solidFill>
              </a:rPr>
              <a:t>إسقاط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المنظور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الراداري</a:t>
            </a:r>
            <a:r>
              <a:rPr lang="en-US" sz="2000" b="1" dirty="0">
                <a:solidFill>
                  <a:schemeClr val="bg1"/>
                </a:solidFill>
              </a:rPr>
              <a:t> (</a:t>
            </a:r>
            <a:r>
              <a:rPr lang="en-US" sz="2000" b="1" dirty="0" err="1">
                <a:solidFill>
                  <a:schemeClr val="bg1"/>
                </a:solidFill>
              </a:rPr>
              <a:t>Homography</a:t>
            </a:r>
            <a:r>
              <a:rPr lang="en-US" sz="2000" b="1" dirty="0">
                <a:solidFill>
                  <a:schemeClr val="bg1"/>
                </a:solidFill>
              </a:rPr>
              <a:t> Dynamic Transformation)</a:t>
            </a:r>
            <a:r>
              <a:rPr lang="ar-SY" sz="2000" b="1" dirty="0">
                <a:solidFill>
                  <a:schemeClr val="bg1"/>
                </a:solidFill>
              </a:rPr>
              <a:t> </a:t>
            </a:r>
            <a:r>
              <a:rPr lang="en-US" sz="2000" b="1" dirty="0">
                <a:solidFill>
                  <a:schemeClr val="bg1"/>
                </a:solidFill>
              </a:rPr>
              <a:t>:</a:t>
            </a:r>
            <a:endParaRPr lang="en-US" sz="2000" dirty="0">
              <a:solidFill>
                <a:schemeClr val="bg1"/>
              </a:solidFill>
            </a:endParaRPr>
          </a:p>
          <a:p>
            <a:pPr marL="457200" lvl="1" indent="0" algn="r" rtl="1">
              <a:buNone/>
            </a:pPr>
            <a:r>
              <a:rPr lang="en-US" sz="2000" dirty="0" err="1">
                <a:solidFill>
                  <a:schemeClr val="bg1"/>
                </a:solidFill>
              </a:rPr>
              <a:t>تحويل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البكسلات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من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المنظور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المائل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المشوه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إلى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منظور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عين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الطائر</a:t>
            </a:r>
            <a:r>
              <a:rPr lang="en-US" sz="2000" b="1" dirty="0">
                <a:solidFill>
                  <a:schemeClr val="bg1"/>
                </a:solidFill>
              </a:rPr>
              <a:t> (Bird's-Eye View)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المسطح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عبر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مصفوفات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رياضية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عكسية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marL="0" indent="0" algn="r" rtl="1">
              <a:buNone/>
            </a:pPr>
            <a:r>
              <a:rPr lang="en-US" sz="2000" b="1" dirty="0">
                <a:solidFill>
                  <a:schemeClr val="bg1"/>
                </a:solidFill>
              </a:rPr>
              <a:t>. 4 </a:t>
            </a:r>
            <a:r>
              <a:rPr lang="en-US" sz="2000" b="1" dirty="0" err="1">
                <a:solidFill>
                  <a:schemeClr val="bg1"/>
                </a:solidFill>
              </a:rPr>
              <a:t>المنطق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الحركي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واتخاذ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القرار</a:t>
            </a:r>
            <a:r>
              <a:rPr lang="en-US" sz="2000" b="1" dirty="0">
                <a:solidFill>
                  <a:schemeClr val="bg1"/>
                </a:solidFill>
              </a:rPr>
              <a:t> (Proximity Engine &amp; Analytics)</a:t>
            </a:r>
            <a:r>
              <a:rPr lang="ar-SY" sz="2000" b="1" dirty="0">
                <a:solidFill>
                  <a:schemeClr val="bg1"/>
                </a:solidFill>
              </a:rPr>
              <a:t> </a:t>
            </a:r>
            <a:r>
              <a:rPr lang="en-US" sz="2000" b="1" dirty="0">
                <a:solidFill>
                  <a:schemeClr val="bg1"/>
                </a:solidFill>
              </a:rPr>
              <a:t>:</a:t>
            </a:r>
            <a:endParaRPr lang="en-US" sz="2000" dirty="0">
              <a:solidFill>
                <a:schemeClr val="bg1"/>
              </a:solidFill>
            </a:endParaRPr>
          </a:p>
          <a:p>
            <a:pPr marL="457200" lvl="1" indent="0" algn="r" rtl="1">
              <a:buNone/>
            </a:pPr>
            <a:r>
              <a:rPr lang="en-US" sz="2000" dirty="0" err="1">
                <a:solidFill>
                  <a:schemeClr val="bg1"/>
                </a:solidFill>
              </a:rPr>
              <a:t>حساب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المسافات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الإقليدية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بالمتر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الحقيقي</a:t>
            </a:r>
            <a:r>
              <a:rPr lang="en-US" sz="2000" dirty="0">
                <a:solidFill>
                  <a:schemeClr val="bg1"/>
                </a:solidFill>
              </a:rPr>
              <a:t>، </a:t>
            </a:r>
            <a:r>
              <a:rPr lang="en-US" sz="2000" dirty="0" err="1">
                <a:solidFill>
                  <a:schemeClr val="bg1"/>
                </a:solidFill>
              </a:rPr>
              <a:t>وتحليل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اتجاه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الحركة</a:t>
            </a:r>
            <a:r>
              <a:rPr lang="en-US" sz="2000" dirty="0">
                <a:solidFill>
                  <a:schemeClr val="bg1"/>
                </a:solidFill>
              </a:rPr>
              <a:t>، </a:t>
            </a:r>
            <a:r>
              <a:rPr lang="en-US" sz="2000" dirty="0" err="1">
                <a:solidFill>
                  <a:schemeClr val="bg1"/>
                </a:solidFill>
              </a:rPr>
              <a:t>وإطلاق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التنبيه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الصوتي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الذاتي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F19D64-5C99-4773-A223-E97E7C2B26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3069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1414" y="3429000"/>
            <a:ext cx="2263838" cy="9321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29F4C5-045B-59E2-F426-BBD31F4C23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2027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8903" y="5229111"/>
            <a:ext cx="2019347" cy="12097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63D7D11-13A2-57F5-325E-7AEBD48E17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360047"/>
            <a:ext cx="1592567" cy="152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039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80FA9-B93F-59EF-0B36-31D161F13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0733" y="568325"/>
            <a:ext cx="9220200" cy="1325563"/>
          </a:xfrm>
        </p:spPr>
        <p:txBody>
          <a:bodyPr/>
          <a:lstStyle/>
          <a:p>
            <a:pPr algn="l" rtl="1"/>
            <a:r>
              <a:rPr lang="ar-SY" dirty="0">
                <a:solidFill>
                  <a:schemeClr val="bg1"/>
                </a:solidFill>
              </a:rPr>
              <a:t>ا</a:t>
            </a:r>
            <a:r>
              <a:rPr lang="en-US" dirty="0" err="1">
                <a:solidFill>
                  <a:schemeClr val="bg1"/>
                </a:solidFill>
              </a:rPr>
              <a:t>لتحليل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الرياضي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والبرمجي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للخوارزميات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المعتمدة</a:t>
            </a:r>
            <a:r>
              <a:rPr lang="en-US" dirty="0">
                <a:solidFill>
                  <a:schemeClr val="bg1"/>
                </a:solidFill>
              </a:rPr>
              <a:t>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DAEE7-353C-BC10-A402-C5F4A7C73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7099"/>
            <a:ext cx="10515600" cy="3979863"/>
          </a:xfrm>
        </p:spPr>
        <p:txBody>
          <a:bodyPr>
            <a:normAutofit/>
          </a:bodyPr>
          <a:lstStyle/>
          <a:p>
            <a:pPr marL="0" lvl="0" indent="0" algn="r" rtl="1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r>
              <a:rPr lang="ar-SY" sz="1800" b="1" dirty="0">
                <a:solidFill>
                  <a:schemeClr val="bg1"/>
                </a:solidFill>
              </a:rPr>
              <a:t>. </a:t>
            </a:r>
            <a:r>
              <a:rPr lang="en-US" sz="1800" b="1" dirty="0" err="1">
                <a:solidFill>
                  <a:schemeClr val="bg1"/>
                </a:solidFill>
              </a:rPr>
              <a:t>خوارزمية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التتبع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الحركي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الذكي</a:t>
            </a:r>
            <a:r>
              <a:rPr lang="en-US" sz="1800" b="1" dirty="0">
                <a:solidFill>
                  <a:schemeClr val="bg1"/>
                </a:solidFill>
              </a:rPr>
              <a:t> (</a:t>
            </a:r>
            <a:r>
              <a:rPr lang="en-US" sz="1800" b="1" dirty="0" err="1">
                <a:solidFill>
                  <a:schemeClr val="bg1"/>
                </a:solidFill>
              </a:rPr>
              <a:t>ByteTrack</a:t>
            </a:r>
            <a:r>
              <a:rPr lang="en-US" sz="1800" b="1" dirty="0">
                <a:solidFill>
                  <a:schemeClr val="bg1"/>
                </a:solidFill>
              </a:rPr>
              <a:t> Custom Engine)</a:t>
            </a:r>
            <a:r>
              <a:rPr lang="ar-SY" sz="1800" b="1" dirty="0">
                <a:solidFill>
                  <a:schemeClr val="bg1"/>
                </a:solidFill>
              </a:rPr>
              <a:t> </a:t>
            </a:r>
            <a:r>
              <a:rPr lang="en-US" sz="1800" b="1" dirty="0">
                <a:solidFill>
                  <a:schemeClr val="bg1"/>
                </a:solidFill>
              </a:rPr>
              <a:t>:</a:t>
            </a:r>
            <a:endParaRPr lang="ar-SY" sz="1800" b="1" dirty="0">
              <a:solidFill>
                <a:schemeClr val="bg1"/>
              </a:solidFill>
            </a:endParaRPr>
          </a:p>
          <a:p>
            <a:pPr lvl="0" algn="r" rtl="1"/>
            <a:r>
              <a:rPr lang="en-US" sz="2100" dirty="0" err="1">
                <a:solidFill>
                  <a:schemeClr val="bg1"/>
                </a:solidFill>
              </a:rPr>
              <a:t>لا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تعتمد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فقط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على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الكشوفات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عالية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الثقة</a:t>
            </a:r>
            <a:r>
              <a:rPr lang="en-US" sz="2100" dirty="0">
                <a:solidFill>
                  <a:schemeClr val="bg1"/>
                </a:solidFill>
              </a:rPr>
              <a:t>، </a:t>
            </a:r>
            <a:r>
              <a:rPr lang="en-US" sz="2100" dirty="0" err="1">
                <a:solidFill>
                  <a:schemeClr val="bg1"/>
                </a:solidFill>
              </a:rPr>
              <a:t>بل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تحلل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الكشوفات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منخفضة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الثقة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لربط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حركتها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التاريخية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ومنع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اختفاء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الأجسام</a:t>
            </a:r>
            <a:r>
              <a:rPr lang="en-US" sz="2100" dirty="0">
                <a:solidFill>
                  <a:schemeClr val="bg1"/>
                </a:solidFill>
              </a:rPr>
              <a:t>.</a:t>
            </a:r>
          </a:p>
          <a:p>
            <a:pPr lvl="0" algn="r" rtl="1"/>
            <a:r>
              <a:rPr lang="en-US" sz="2100" b="1" dirty="0" err="1">
                <a:solidFill>
                  <a:schemeClr val="bg1"/>
                </a:solidFill>
              </a:rPr>
              <a:t>ذاكرة</a:t>
            </a:r>
            <a:r>
              <a:rPr lang="en-US" sz="2100" b="1" dirty="0">
                <a:solidFill>
                  <a:schemeClr val="bg1"/>
                </a:solidFill>
              </a:rPr>
              <a:t> </a:t>
            </a:r>
            <a:r>
              <a:rPr lang="en-US" sz="2100" b="1" dirty="0" err="1">
                <a:solidFill>
                  <a:schemeClr val="bg1"/>
                </a:solidFill>
              </a:rPr>
              <a:t>التتبع</a:t>
            </a:r>
            <a:r>
              <a:rPr lang="en-US" sz="2100" b="1" dirty="0">
                <a:solidFill>
                  <a:schemeClr val="bg1"/>
                </a:solidFill>
              </a:rPr>
              <a:t> (</a:t>
            </a:r>
            <a:r>
              <a:rPr lang="en-US" sz="2100" b="1" dirty="0" err="1">
                <a:solidFill>
                  <a:schemeClr val="bg1"/>
                </a:solidFill>
              </a:rPr>
              <a:t>track_buffer</a:t>
            </a:r>
            <a:r>
              <a:rPr lang="en-US" sz="2100" b="1" dirty="0">
                <a:solidFill>
                  <a:schemeClr val="bg1"/>
                </a:solidFill>
              </a:rPr>
              <a:t>)</a:t>
            </a:r>
            <a:r>
              <a:rPr lang="ar-SY" sz="2100" b="1" dirty="0">
                <a:solidFill>
                  <a:schemeClr val="bg1"/>
                </a:solidFill>
              </a:rPr>
              <a:t> </a:t>
            </a:r>
            <a:r>
              <a:rPr lang="en-US" sz="2100" b="1" dirty="0">
                <a:solidFill>
                  <a:schemeClr val="bg1"/>
                </a:solidFill>
              </a:rPr>
              <a:t>: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ar-SY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حفظ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هوية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الجسم</a:t>
            </a:r>
            <a:r>
              <a:rPr lang="en-US" sz="2100" dirty="0">
                <a:solidFill>
                  <a:schemeClr val="bg1"/>
                </a:solidFill>
              </a:rPr>
              <a:t> (Track ID) </a:t>
            </a:r>
            <a:r>
              <a:rPr lang="en-US" sz="2100" dirty="0" err="1">
                <a:solidFill>
                  <a:schemeClr val="bg1"/>
                </a:solidFill>
              </a:rPr>
              <a:t>لمدة</a:t>
            </a:r>
            <a:r>
              <a:rPr lang="en-US" sz="2100" dirty="0">
                <a:solidFill>
                  <a:schemeClr val="bg1"/>
                </a:solidFill>
              </a:rPr>
              <a:t> 30</a:t>
            </a:r>
            <a:r>
              <a:rPr lang="ar-SY" sz="2100" dirty="0">
                <a:solidFill>
                  <a:schemeClr val="bg1"/>
                </a:solidFill>
              </a:rPr>
              <a:t> 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إطاراً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في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حال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حجبه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مؤقتاً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خلف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العوائق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الأرضية</a:t>
            </a:r>
            <a:r>
              <a:rPr lang="en-US" sz="2100" dirty="0">
                <a:solidFill>
                  <a:schemeClr val="bg1"/>
                </a:solidFill>
              </a:rPr>
              <a:t>.</a:t>
            </a:r>
          </a:p>
          <a:p>
            <a:pPr marL="0" lvl="0" indent="0" algn="r" rtl="1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 algn="r" rtl="1">
              <a:buNone/>
            </a:pPr>
            <a:r>
              <a:rPr lang="en-US" sz="1800" b="1" dirty="0">
                <a:solidFill>
                  <a:schemeClr val="bg1"/>
                </a:solidFill>
              </a:rPr>
              <a:t>2 </a:t>
            </a:r>
            <a:r>
              <a:rPr lang="ar-SY" sz="1800" b="1" dirty="0">
                <a:solidFill>
                  <a:schemeClr val="bg1"/>
                </a:solidFill>
              </a:rPr>
              <a:t>. </a:t>
            </a:r>
            <a:r>
              <a:rPr lang="en-US" sz="1800" b="1" dirty="0" err="1">
                <a:solidFill>
                  <a:schemeClr val="bg1"/>
                </a:solidFill>
              </a:rPr>
              <a:t>مرشح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التنعيم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الرقمي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للمسافات</a:t>
            </a:r>
            <a:r>
              <a:rPr lang="en-US" sz="1800" b="1" dirty="0">
                <a:solidFill>
                  <a:schemeClr val="bg1"/>
                </a:solidFill>
              </a:rPr>
              <a:t> (Exponential Moving Average Filter)</a:t>
            </a:r>
            <a:r>
              <a:rPr lang="ar-SY" sz="1800" b="1" dirty="0">
                <a:solidFill>
                  <a:schemeClr val="bg1"/>
                </a:solidFill>
              </a:rPr>
              <a:t> </a:t>
            </a:r>
            <a:r>
              <a:rPr lang="en-US" sz="1800" b="1" dirty="0">
                <a:solidFill>
                  <a:schemeClr val="bg1"/>
                </a:solidFill>
              </a:rPr>
              <a:t>:</a:t>
            </a:r>
            <a:endParaRPr lang="en-US" sz="1800" dirty="0">
              <a:solidFill>
                <a:schemeClr val="bg1"/>
              </a:solidFill>
            </a:endParaRPr>
          </a:p>
          <a:p>
            <a:pPr lvl="1" algn="r" rtl="1"/>
            <a:r>
              <a:rPr lang="en-US" sz="1800" b="1" dirty="0" err="1">
                <a:solidFill>
                  <a:schemeClr val="bg1"/>
                </a:solidFill>
              </a:rPr>
              <a:t>الهدف</a:t>
            </a:r>
            <a:r>
              <a:rPr lang="en-US" sz="1800" b="1" dirty="0">
                <a:solidFill>
                  <a:schemeClr val="bg1"/>
                </a:solidFill>
              </a:rPr>
              <a:t>: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امتصاص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الاهتزاز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البكسلي</a:t>
            </a:r>
            <a:r>
              <a:rPr lang="en-US" sz="1800" dirty="0">
                <a:solidFill>
                  <a:schemeClr val="bg1"/>
                </a:solidFill>
              </a:rPr>
              <a:t> (Jittering) </a:t>
            </a:r>
            <a:r>
              <a:rPr lang="en-US" sz="1800" dirty="0" err="1">
                <a:solidFill>
                  <a:schemeClr val="bg1"/>
                </a:solidFill>
              </a:rPr>
              <a:t>الناتج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عن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تغير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أبعاد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صناديق</a:t>
            </a:r>
            <a:r>
              <a:rPr lang="en-US" sz="1800" dirty="0">
                <a:solidFill>
                  <a:schemeClr val="bg1"/>
                </a:solidFill>
              </a:rPr>
              <a:t> YOLO، </a:t>
            </a:r>
            <a:r>
              <a:rPr lang="en-US" sz="1800" dirty="0" err="1">
                <a:solidFill>
                  <a:schemeClr val="bg1"/>
                </a:solidFill>
              </a:rPr>
              <a:t>لتثبيت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قراءة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العداد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الرقمي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للأمتار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الحقيقية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</a:p>
          <a:p>
            <a:pPr marL="0" indent="0" algn="r" rtl="1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r>
              <a:rPr lang="ar-SY" sz="1800" b="1" dirty="0">
                <a:solidFill>
                  <a:schemeClr val="bg1"/>
                </a:solidFill>
              </a:rPr>
              <a:t>. </a:t>
            </a:r>
            <a:r>
              <a:rPr lang="en-US" sz="1800" b="1" dirty="0" err="1">
                <a:solidFill>
                  <a:schemeClr val="bg1"/>
                </a:solidFill>
              </a:rPr>
              <a:t>محرك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المنطق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الحركي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وتحديد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الاتجاه</a:t>
            </a:r>
            <a:r>
              <a:rPr lang="en-US" sz="1800" b="1" dirty="0">
                <a:solidFill>
                  <a:schemeClr val="bg1"/>
                </a:solidFill>
              </a:rPr>
              <a:t> (Vector Drift Analytics)</a:t>
            </a:r>
            <a:r>
              <a:rPr lang="ar-SY" sz="1800" b="1" dirty="0">
                <a:solidFill>
                  <a:schemeClr val="bg1"/>
                </a:solidFill>
              </a:rPr>
              <a:t> </a:t>
            </a:r>
            <a:r>
              <a:rPr lang="en-US" sz="1800" b="1" dirty="0">
                <a:solidFill>
                  <a:schemeClr val="bg1"/>
                </a:solidFill>
              </a:rPr>
              <a:t>:</a:t>
            </a:r>
            <a:endParaRPr lang="en-US" sz="1800" dirty="0">
              <a:solidFill>
                <a:schemeClr val="bg1"/>
              </a:solidFill>
            </a:endParaRPr>
          </a:p>
          <a:p>
            <a:pPr marL="457200" lvl="1" indent="0" algn="r" rtl="1">
              <a:buNone/>
            </a:pPr>
            <a:r>
              <a:rPr lang="en-US" sz="1800" dirty="0" err="1">
                <a:solidFill>
                  <a:schemeClr val="bg1"/>
                </a:solidFill>
              </a:rPr>
              <a:t>حساب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الفروقات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الزمنية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للمسافات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المنعمة</a:t>
            </a:r>
            <a:r>
              <a:rPr lang="en-US" sz="1800" dirty="0">
                <a:solidFill>
                  <a:schemeClr val="bg1"/>
                </a:solidFill>
              </a:rPr>
              <a:t>؛ </a:t>
            </a:r>
            <a:r>
              <a:rPr lang="en-US" sz="1800" dirty="0" err="1">
                <a:solidFill>
                  <a:schemeClr val="bg1"/>
                </a:solidFill>
              </a:rPr>
              <a:t>فإذا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قلّت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الفروقات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عن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العتبة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الحرج</a:t>
            </a:r>
            <a:r>
              <a:rPr lang="ar-SY" sz="1800" dirty="0">
                <a:solidFill>
                  <a:schemeClr val="bg1"/>
                </a:solidFill>
              </a:rPr>
              <a:t>ة </a:t>
            </a:r>
            <a:r>
              <a:rPr lang="en-US" sz="1800" dirty="0" err="1">
                <a:solidFill>
                  <a:schemeClr val="bg1"/>
                </a:solidFill>
              </a:rPr>
              <a:t>يصنف</a:t>
            </a:r>
            <a:r>
              <a:rPr lang="en-US" sz="1800" dirty="0">
                <a:solidFill>
                  <a:schemeClr val="bg1"/>
                </a:solidFill>
              </a:rPr>
              <a:t> كـ </a:t>
            </a:r>
            <a:r>
              <a:rPr lang="en-US" sz="1800" b="1" dirty="0" err="1">
                <a:solidFill>
                  <a:schemeClr val="bg1"/>
                </a:solidFill>
              </a:rPr>
              <a:t>اقتراب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خطر</a:t>
            </a:r>
            <a:r>
              <a:rPr lang="en-US" sz="1800" b="1" dirty="0">
                <a:solidFill>
                  <a:schemeClr val="bg1"/>
                </a:solidFill>
              </a:rPr>
              <a:t> (APPROACHING)</a:t>
            </a:r>
            <a:r>
              <a:rPr lang="en-US" sz="1800" dirty="0">
                <a:solidFill>
                  <a:schemeClr val="bg1"/>
                </a:solidFill>
              </a:rPr>
              <a:t>، </a:t>
            </a:r>
            <a:r>
              <a:rPr lang="en-US" sz="1800" dirty="0" err="1">
                <a:solidFill>
                  <a:schemeClr val="bg1"/>
                </a:solidFill>
              </a:rPr>
              <a:t>وإذا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زادت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يُصنف</a:t>
            </a:r>
            <a:r>
              <a:rPr lang="en-US" sz="1800" dirty="0">
                <a:solidFill>
                  <a:schemeClr val="bg1"/>
                </a:solidFill>
              </a:rPr>
              <a:t> كـ </a:t>
            </a:r>
            <a:r>
              <a:rPr lang="en-US" sz="1800" b="1" dirty="0" err="1">
                <a:solidFill>
                  <a:schemeClr val="bg1"/>
                </a:solidFill>
              </a:rPr>
              <a:t>ابتعاد</a:t>
            </a:r>
            <a:r>
              <a:rPr lang="en-US" sz="1800" b="1" dirty="0">
                <a:solidFill>
                  <a:schemeClr val="bg1"/>
                </a:solidFill>
              </a:rPr>
              <a:t> (RECEDING)</a:t>
            </a:r>
            <a:r>
              <a:rPr lang="ar-SY" sz="1800" b="1" dirty="0">
                <a:solidFill>
                  <a:schemeClr val="bg1"/>
                </a:solidFill>
              </a:rPr>
              <a:t> 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121A3C-70FA-1742-6C7F-B114E6EA8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716" y="5467350"/>
            <a:ext cx="1602346" cy="10890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CBA5BA-743F-4F73-BEB8-348200F32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98" y="2860735"/>
            <a:ext cx="1572904" cy="153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194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9F5E5-9900-10ED-42AC-F7C88CCB3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en-US" sz="3600" dirty="0" err="1">
                <a:solidFill>
                  <a:schemeClr val="bg1"/>
                </a:solidFill>
              </a:rPr>
              <a:t>واجهة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العرض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الرقمية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المدمجة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ولوحة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التحكم</a:t>
            </a:r>
            <a:r>
              <a:rPr lang="ar-SY" sz="3600" dirty="0">
                <a:solidFill>
                  <a:schemeClr val="bg1"/>
                </a:solidFill>
              </a:rPr>
              <a:t> </a:t>
            </a:r>
            <a:r>
              <a:rPr lang="en-US" sz="3600" dirty="0">
                <a:solidFill>
                  <a:schemeClr val="bg1"/>
                </a:solidFill>
              </a:rPr>
              <a:t>(Dashboard)</a:t>
            </a:r>
            <a:r>
              <a:rPr lang="ar-SY" sz="3600" dirty="0">
                <a:solidFill>
                  <a:schemeClr val="bg1"/>
                </a:solidFill>
              </a:rPr>
              <a:t> </a:t>
            </a:r>
            <a:r>
              <a:rPr lang="en-US" sz="3600" dirty="0">
                <a:solidFill>
                  <a:schemeClr val="bg1"/>
                </a:solidFill>
              </a:rPr>
              <a:t>: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9E5F0-B0DE-D272-FDC3-A12DEAD52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r" rtl="1"/>
            <a:r>
              <a:rPr lang="en-US" b="1" dirty="0" err="1">
                <a:solidFill>
                  <a:schemeClr val="bg1"/>
                </a:solidFill>
              </a:rPr>
              <a:t>تكامل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العرض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الرقمي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المتوازي</a:t>
            </a:r>
            <a:r>
              <a:rPr lang="en-US" b="1" dirty="0">
                <a:solidFill>
                  <a:schemeClr val="bg1"/>
                </a:solidFill>
              </a:rPr>
              <a:t> (Multi-Window Fusion)</a:t>
            </a:r>
            <a:r>
              <a:rPr lang="ar-SY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:</a:t>
            </a:r>
            <a:endParaRPr lang="en-US" dirty="0">
              <a:solidFill>
                <a:schemeClr val="bg1"/>
              </a:solidFill>
            </a:endParaRPr>
          </a:p>
          <a:p>
            <a:pPr lvl="1" algn="r" rtl="1"/>
            <a:r>
              <a:rPr lang="en-US" dirty="0" err="1">
                <a:solidFill>
                  <a:schemeClr val="bg1"/>
                </a:solidFill>
              </a:rPr>
              <a:t>دمج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ثلاثة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مستويات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برمجية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أفقياً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عبر</a:t>
            </a:r>
            <a:r>
              <a:rPr lang="en-US" sz="1800" dirty="0" err="1">
                <a:solidFill>
                  <a:schemeClr val="bg1"/>
                </a:solidFill>
              </a:rPr>
              <a:t>np.hstack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ar-SY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لتقديم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رؤية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شاملة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للمشغل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في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وقت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واحد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lvl="0" algn="r" rtl="1"/>
            <a:r>
              <a:rPr lang="en-US" b="1" dirty="0" err="1">
                <a:solidFill>
                  <a:schemeClr val="bg1"/>
                </a:solidFill>
              </a:rPr>
              <a:t>الشاشات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الثلاث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ومكوناتها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البرمجية</a:t>
            </a:r>
            <a:r>
              <a:rPr lang="en-US" b="1" dirty="0">
                <a:solidFill>
                  <a:schemeClr val="bg1"/>
                </a:solidFill>
              </a:rPr>
              <a:t>:</a:t>
            </a:r>
            <a:endParaRPr lang="en-US" dirty="0">
              <a:solidFill>
                <a:schemeClr val="bg1"/>
              </a:solidFill>
            </a:endParaRPr>
          </a:p>
          <a:p>
            <a:pPr lvl="1" algn="r" rtl="1"/>
            <a:r>
              <a:rPr lang="en-US" b="1" dirty="0" err="1">
                <a:solidFill>
                  <a:schemeClr val="bg1"/>
                </a:solidFill>
              </a:rPr>
              <a:t>الفيديو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الأصلي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المعاير</a:t>
            </a:r>
            <a:r>
              <a:rPr lang="en-US" b="1" dirty="0">
                <a:solidFill>
                  <a:schemeClr val="bg1"/>
                </a:solidFill>
              </a:rPr>
              <a:t>: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يعرض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المربعات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الملونة</a:t>
            </a:r>
            <a:r>
              <a:rPr lang="en-US" dirty="0">
                <a:solidFill>
                  <a:schemeClr val="bg1"/>
                </a:solidFill>
              </a:rPr>
              <a:t> (Bounding Boxes) </a:t>
            </a:r>
            <a:r>
              <a:rPr lang="en-US" dirty="0" err="1">
                <a:solidFill>
                  <a:schemeClr val="bg1"/>
                </a:solidFill>
              </a:rPr>
              <a:t>حول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الأجسام</a:t>
            </a:r>
            <a:r>
              <a:rPr lang="en-US" dirty="0">
                <a:solidFill>
                  <a:schemeClr val="bg1"/>
                </a:solidFill>
              </a:rPr>
              <a:t>، </a:t>
            </a:r>
            <a:r>
              <a:rPr lang="en-US" dirty="0" err="1">
                <a:solidFill>
                  <a:schemeClr val="bg1"/>
                </a:solidFill>
              </a:rPr>
              <a:t>مع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تحديد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نقطة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القدم</a:t>
            </a:r>
            <a:r>
              <a:rPr lang="en-US" dirty="0">
                <a:solidFill>
                  <a:schemeClr val="bg1"/>
                </a:solidFill>
              </a:rPr>
              <a:t>، </a:t>
            </a:r>
            <a:r>
              <a:rPr lang="en-US" dirty="0" err="1">
                <a:solidFill>
                  <a:schemeClr val="bg1"/>
                </a:solidFill>
              </a:rPr>
              <a:t>ورسم</a:t>
            </a:r>
            <a:r>
              <a:rPr lang="en-US" dirty="0">
                <a:solidFill>
                  <a:schemeClr val="bg1"/>
                </a:solidFill>
              </a:rPr>
              <a:t> "</a:t>
            </a:r>
            <a:r>
              <a:rPr lang="en-US" dirty="0" err="1">
                <a:solidFill>
                  <a:schemeClr val="bg1"/>
                </a:solidFill>
              </a:rPr>
              <a:t>غلاف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الأمان</a:t>
            </a:r>
            <a:r>
              <a:rPr lang="en-US" dirty="0">
                <a:solidFill>
                  <a:schemeClr val="bg1"/>
                </a:solidFill>
              </a:rPr>
              <a:t>" </a:t>
            </a:r>
            <a:r>
              <a:rPr lang="en-US" dirty="0" err="1">
                <a:solidFill>
                  <a:schemeClr val="bg1"/>
                </a:solidFill>
              </a:rPr>
              <a:t>الملون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حول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منطقة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الخطر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lvl="1" algn="r" rtl="1"/>
            <a:r>
              <a:rPr lang="en-US" b="1" dirty="0" err="1">
                <a:solidFill>
                  <a:schemeClr val="bg1"/>
                </a:solidFill>
              </a:rPr>
              <a:t>رادار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عين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الطائر</a:t>
            </a:r>
            <a:r>
              <a:rPr lang="en-US" b="1" dirty="0">
                <a:solidFill>
                  <a:schemeClr val="bg1"/>
                </a:solidFill>
              </a:rPr>
              <a:t> (BEV)</a:t>
            </a:r>
            <a:r>
              <a:rPr lang="ar-SY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: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لوحة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رادارية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سوداء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مزودة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بشبكة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إحداثيات</a:t>
            </a:r>
            <a:r>
              <a:rPr lang="en-US" dirty="0">
                <a:solidFill>
                  <a:schemeClr val="bg1"/>
                </a:solidFill>
              </a:rPr>
              <a:t> (Grid)، </a:t>
            </a:r>
            <a:r>
              <a:rPr lang="en-US" dirty="0" err="1">
                <a:solidFill>
                  <a:schemeClr val="bg1"/>
                </a:solidFill>
              </a:rPr>
              <a:t>تُسقط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مواقع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الأجسام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والمسافات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بدقة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دون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تشتيت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بكسلي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lvl="1" algn="r" rtl="1"/>
            <a:r>
              <a:rPr lang="en-US" b="1" dirty="0" err="1">
                <a:solidFill>
                  <a:schemeClr val="bg1"/>
                </a:solidFill>
              </a:rPr>
              <a:t>لوحة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البيانات</a:t>
            </a:r>
            <a:r>
              <a:rPr lang="en-US" b="1" dirty="0">
                <a:solidFill>
                  <a:schemeClr val="bg1"/>
                </a:solidFill>
              </a:rPr>
              <a:t> (Dashboard)</a:t>
            </a:r>
            <a:r>
              <a:rPr lang="ar-SY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: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شاشة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رقمية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تعرض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الإحصائيات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الحية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ar-SY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عدد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الفريمات</a:t>
            </a:r>
            <a:r>
              <a:rPr lang="en-US" dirty="0">
                <a:solidFill>
                  <a:schemeClr val="bg1"/>
                </a:solidFill>
              </a:rPr>
              <a:t>، </a:t>
            </a:r>
            <a:r>
              <a:rPr lang="en-US" dirty="0" err="1">
                <a:solidFill>
                  <a:schemeClr val="bg1"/>
                </a:solidFill>
              </a:rPr>
              <a:t>المدى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المتري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الحرج</a:t>
            </a:r>
            <a:r>
              <a:rPr lang="en-US" dirty="0">
                <a:solidFill>
                  <a:schemeClr val="bg1"/>
                </a:solidFill>
              </a:rPr>
              <a:t>، </a:t>
            </a:r>
            <a:r>
              <a:rPr lang="en-US" dirty="0" err="1">
                <a:solidFill>
                  <a:schemeClr val="bg1"/>
                </a:solidFill>
              </a:rPr>
              <a:t>الاتجاه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الحركي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الحالي</a:t>
            </a:r>
            <a:r>
              <a:rPr lang="en-US" dirty="0">
                <a:solidFill>
                  <a:schemeClr val="bg1"/>
                </a:solidFill>
              </a:rPr>
              <a:t>، </a:t>
            </a:r>
            <a:r>
              <a:rPr lang="en-US" dirty="0" err="1">
                <a:solidFill>
                  <a:schemeClr val="bg1"/>
                </a:solidFill>
              </a:rPr>
              <a:t>وحالة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الإنذار</a:t>
            </a:r>
            <a:r>
              <a:rPr lang="ar-SY" dirty="0">
                <a:solidFill>
                  <a:schemeClr val="bg1"/>
                </a:solidFill>
              </a:rPr>
              <a:t>)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 algn="r" rtl="1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5F8E43-A095-1E0C-1A69-26E988946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4699" y="5099050"/>
            <a:ext cx="6423789" cy="339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651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FE5D4-4BDA-CE31-DA43-DC5C73150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8782" y="783771"/>
            <a:ext cx="10185018" cy="5432879"/>
          </a:xfrm>
        </p:spPr>
        <p:txBody>
          <a:bodyPr>
            <a:normAutofit/>
          </a:bodyPr>
          <a:lstStyle/>
          <a:p>
            <a:pPr marL="457200" lvl="1" indent="0" algn="r" rtl="1">
              <a:buNone/>
            </a:pPr>
            <a:r>
              <a:rPr lang="ar-SY" sz="2000" dirty="0">
                <a:solidFill>
                  <a:schemeClr val="bg1"/>
                </a:solidFill>
              </a:rPr>
              <a:t>أ</a:t>
            </a:r>
            <a:r>
              <a:rPr lang="en-US" sz="2000" dirty="0" err="1">
                <a:solidFill>
                  <a:schemeClr val="bg1"/>
                </a:solidFill>
              </a:rPr>
              <a:t>ثبت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النظام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كفاءة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عالية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في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رصد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المخاطر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استباقياً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وتصفية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الكشوفات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الوهمية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بنسبة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خطأ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تكاد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تكون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معدومة</a:t>
            </a:r>
            <a:r>
              <a:rPr lang="en-US" sz="2000" dirty="0">
                <a:solidFill>
                  <a:schemeClr val="bg1"/>
                </a:solidFill>
              </a:rPr>
              <a:t>، </a:t>
            </a:r>
            <a:r>
              <a:rPr lang="en-US" sz="2000" dirty="0" err="1">
                <a:solidFill>
                  <a:schemeClr val="bg1"/>
                </a:solidFill>
              </a:rPr>
              <a:t>مما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يلغي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تماماً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الفجوة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الأمنية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الناتجة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عن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السهو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البشري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في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ساحات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المنحدرات</a:t>
            </a:r>
            <a:r>
              <a:rPr lang="en-US" sz="2000" dirty="0">
                <a:solidFill>
                  <a:schemeClr val="bg1"/>
                </a:solidFill>
              </a:rPr>
              <a:t> (Ramp Zones)</a:t>
            </a:r>
            <a:r>
              <a:rPr lang="ar-SY" sz="2000" dirty="0">
                <a:solidFill>
                  <a:schemeClr val="bg1"/>
                </a:solidFill>
              </a:rPr>
              <a:t> </a:t>
            </a:r>
          </a:p>
          <a:p>
            <a:pPr marL="457200" lvl="1" indent="0" algn="r" rtl="1">
              <a:buNone/>
            </a:pPr>
            <a:endParaRPr lang="en-US" dirty="0">
              <a:solidFill>
                <a:schemeClr val="bg1"/>
              </a:solidFill>
            </a:endParaRPr>
          </a:p>
          <a:p>
            <a:pPr lvl="0" algn="r" rtl="1"/>
            <a:r>
              <a:rPr lang="en-US" b="1" dirty="0" err="1">
                <a:solidFill>
                  <a:schemeClr val="bg1"/>
                </a:solidFill>
              </a:rPr>
              <a:t>التطلعات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المستقبلية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والتوسعية</a:t>
            </a:r>
            <a:r>
              <a:rPr lang="en-US" b="1" dirty="0">
                <a:solidFill>
                  <a:schemeClr val="bg1"/>
                </a:solidFill>
              </a:rPr>
              <a:t> (Future Scope):</a:t>
            </a:r>
            <a:endParaRPr lang="en-US" dirty="0">
              <a:solidFill>
                <a:schemeClr val="bg1"/>
              </a:solidFill>
            </a:endParaRPr>
          </a:p>
          <a:p>
            <a:pPr lvl="1" algn="r" rtl="1"/>
            <a:r>
              <a:rPr lang="en-US" b="1" dirty="0" err="1">
                <a:solidFill>
                  <a:schemeClr val="bg1"/>
                </a:solidFill>
              </a:rPr>
              <a:t>دمج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الكاميرات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المتعددة</a:t>
            </a:r>
            <a:r>
              <a:rPr lang="en-US" b="1" dirty="0">
                <a:solidFill>
                  <a:schemeClr val="bg1"/>
                </a:solidFill>
              </a:rPr>
              <a:t> (Multi-Camera Fusion)</a:t>
            </a:r>
            <a:r>
              <a:rPr lang="ar-SY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: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ربط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شبكة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كاميرات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المطار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معاً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برمجياً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لتغطية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وتتبع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الأجسام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عبر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مساحات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واسعة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دون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انقطاع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الهوية</a:t>
            </a:r>
            <a:r>
              <a:rPr lang="en-US" dirty="0">
                <a:solidFill>
                  <a:schemeClr val="bg1"/>
                </a:solidFill>
              </a:rPr>
              <a:t> (Global Track ID)</a:t>
            </a:r>
            <a:r>
              <a:rPr lang="ar-SY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lvl="1" algn="r" rtl="1"/>
            <a:r>
              <a:rPr lang="en-US" b="1" dirty="0" err="1">
                <a:solidFill>
                  <a:schemeClr val="bg1"/>
                </a:solidFill>
              </a:rPr>
              <a:t>الربط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السحابي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والإنذار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المحمول</a:t>
            </a:r>
            <a:r>
              <a:rPr lang="en-US" b="1" dirty="0">
                <a:solidFill>
                  <a:schemeClr val="bg1"/>
                </a:solidFill>
              </a:rPr>
              <a:t> (Cloud &amp; Edge Integration):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تطوير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نظام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بث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سحابي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يرسل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تنبيهات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فورية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مشفرة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على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الهواتف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المحمولة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أو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الساعات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الذكية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لفرق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السلامة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الأرضية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وسائقي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الآليات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اللوجستية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lvl="1" algn="r" rtl="1"/>
            <a:r>
              <a:rPr lang="en-US" b="1" dirty="0" err="1">
                <a:solidFill>
                  <a:schemeClr val="bg1"/>
                </a:solidFill>
              </a:rPr>
              <a:t>تحليلات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الذكاء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الاصطناعي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التنبؤية</a:t>
            </a:r>
            <a:r>
              <a:rPr lang="en-US" b="1" dirty="0">
                <a:solidFill>
                  <a:schemeClr val="bg1"/>
                </a:solidFill>
              </a:rPr>
              <a:t> (Predictive AI)</a:t>
            </a:r>
            <a:r>
              <a:rPr lang="ar-SY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: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دمج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خوارزميات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التعلم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العميق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للتنبؤ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بمسارات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الآليات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مسبقاً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بناءً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على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جداول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الرحلات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الحية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للمطار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8701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7A3CE-2763-2E0C-2F53-2034050A1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000" b="1" dirty="0">
                <a:solidFill>
                  <a:schemeClr val="bg1"/>
                </a:solidFill>
                <a:latin typeface="Castellar" panose="020A0402060406010301" pitchFamily="18" charset="0"/>
              </a:rPr>
              <a:t>THANK YOU</a:t>
            </a:r>
            <a:endParaRPr lang="ar-SY" sz="8000" b="1" dirty="0">
              <a:solidFill>
                <a:schemeClr val="bg1"/>
              </a:solidFill>
              <a:latin typeface="Castellar" panose="020A0402060406010301" pitchFamily="18" charset="0"/>
            </a:endParaRPr>
          </a:p>
          <a:p>
            <a:pPr marL="0" indent="0" algn="ctr">
              <a:buNone/>
            </a:pPr>
            <a:endParaRPr lang="ar-SY" sz="8000" b="1" dirty="0">
              <a:solidFill>
                <a:schemeClr val="bg1"/>
              </a:solidFill>
              <a:latin typeface="Castellar" panose="020A0402060406010301" pitchFamily="18" charset="0"/>
            </a:endParaRPr>
          </a:p>
          <a:p>
            <a:pPr marL="0" indent="0" algn="ctr">
              <a:buNone/>
            </a:pPr>
            <a:r>
              <a:rPr lang="ar-SY" sz="2200" b="1" dirty="0">
                <a:solidFill>
                  <a:schemeClr val="bg1"/>
                </a:solidFill>
                <a:latin typeface="Castellar" panose="020A0402060406010301" pitchFamily="18" charset="0"/>
              </a:rPr>
              <a:t>إعداد الطالبتين :</a:t>
            </a:r>
          </a:p>
          <a:p>
            <a:pPr marL="0" indent="0" algn="ctr">
              <a:buNone/>
            </a:pPr>
            <a:r>
              <a:rPr lang="ar-SY" sz="2200" b="1" dirty="0">
                <a:solidFill>
                  <a:schemeClr val="bg1"/>
                </a:solidFill>
                <a:latin typeface="Castellar" panose="020A0402060406010301" pitchFamily="18" charset="0"/>
              </a:rPr>
              <a:t>راما عرموش</a:t>
            </a:r>
          </a:p>
          <a:p>
            <a:pPr marL="0" indent="0" algn="ctr">
              <a:buNone/>
            </a:pPr>
            <a:r>
              <a:rPr lang="ar-SY" sz="2200" b="1" dirty="0">
                <a:solidFill>
                  <a:schemeClr val="bg1"/>
                </a:solidFill>
                <a:latin typeface="Castellar" panose="020A0402060406010301" pitchFamily="18" charset="0"/>
              </a:rPr>
              <a:t>دعاء بوشي</a:t>
            </a:r>
          </a:p>
        </p:txBody>
      </p:sp>
    </p:spTree>
    <p:extLst>
      <p:ext uri="{BB962C8B-B14F-4D97-AF65-F5344CB8AC3E}">
        <p14:creationId xmlns:p14="http://schemas.microsoft.com/office/powerpoint/2010/main" val="2490731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760</Words>
  <Application>Microsoft Office PowerPoint</Application>
  <PresentationFormat>Widescreen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Agency FB</vt:lpstr>
      <vt:lpstr>Arial</vt:lpstr>
      <vt:lpstr>Calibri</vt:lpstr>
      <vt:lpstr>Calibri Light</vt:lpstr>
      <vt:lpstr>Castellar</vt:lpstr>
      <vt:lpstr>Office Theme</vt:lpstr>
      <vt:lpstr>AEROVISION</vt:lpstr>
      <vt:lpstr>PowerPoint Presentation</vt:lpstr>
      <vt:lpstr>PowerPoint Presentation</vt:lpstr>
      <vt:lpstr>الخوارزميات والتقنيات الأساسية المعتمدة في المشروع :</vt:lpstr>
      <vt:lpstr>التحليل الرياضي والبرمجي للخوارزميات المعتمدة:</vt:lpstr>
      <vt:lpstr>واجهة العرض الرقمية المدمجة ولوحة التحكم (Dashboard) :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fatimaarmoushftoom@gmail.com</dc:creator>
  <cp:lastModifiedBy>fatimaarmoushftoom@gmail.com</cp:lastModifiedBy>
  <cp:revision>1</cp:revision>
  <dcterms:created xsi:type="dcterms:W3CDTF">2026-10-13T23:08:01Z</dcterms:created>
  <dcterms:modified xsi:type="dcterms:W3CDTF">2026-10-14T16:56:59Z</dcterms:modified>
</cp:coreProperties>
</file>